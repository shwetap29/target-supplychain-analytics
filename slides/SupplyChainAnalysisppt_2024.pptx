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1"/>
  </p:notesMasterIdLst>
  <p:sldIdLst>
    <p:sldId id="256" r:id="rId2"/>
    <p:sldId id="257" r:id="rId3"/>
    <p:sldId id="258" r:id="rId4"/>
    <p:sldId id="260" r:id="rId5"/>
    <p:sldId id="259" r:id="rId6"/>
    <p:sldId id="261" r:id="rId7"/>
    <p:sldId id="262" r:id="rId8"/>
    <p:sldId id="263" r:id="rId9"/>
    <p:sldId id="264" r:id="rId10"/>
  </p:sldIdLst>
  <p:sldSz cx="9144000" cy="5143500" type="screen16x9"/>
  <p:notesSz cx="6858000" cy="9144000"/>
  <p:embeddedFontLst>
    <p:embeddedFont>
      <p:font typeface="Average" panose="020B0604020202020204" charset="0"/>
      <p:regular r:id="rId12"/>
    </p:embeddedFont>
    <p:embeddedFont>
      <p:font typeface="Nunito Medium" panose="020B0604020202020204" charset="0"/>
      <p:regular r:id="rId13"/>
      <p:bold r:id="rId14"/>
      <p:italic r:id="rId15"/>
      <p:boldItalic r:id="rId16"/>
    </p:embeddedFont>
    <p:embeddedFont>
      <p:font typeface="Oswald" panose="00000500000000000000" pitchFamily="2" charset="0"/>
      <p:regular r:id="rId17"/>
      <p:bold r:id="rId1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3" d="100"/>
          <a:sy n="103" d="100"/>
        </p:scale>
        <p:origin x="874" y="77"/>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font" Target="fonts/font7.fnt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font" Target="fonts/font6.fntdata"/><Relationship Id="rId2" Type="http://schemas.openxmlformats.org/officeDocument/2006/relationships/slide" Target="slides/slide1.xml"/><Relationship Id="rId16" Type="http://schemas.openxmlformats.org/officeDocument/2006/relationships/font" Target="fonts/font5.fntdata"/><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font" Target="fonts/font4.fntdata"/><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p:cNvGrpSpPr/>
        <p:nvPr/>
      </p:nvGrpSpPr>
      <p:grpSpPr>
        <a:xfrm>
          <a:off x="0" y="0"/>
          <a:ext cx="0" cy="0"/>
          <a:chOff x="0" y="0"/>
          <a:chExt cx="0" cy="0"/>
        </a:xfrm>
      </p:grpSpPr>
      <p:sp>
        <p:nvSpPr>
          <p:cNvPr id="56" name="Google Shape;56;g2b6d2feb2ac_0_7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 name="Google Shape;57;g2b6d2feb2ac_0_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2b7f1853353_0_60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2b7f1853353_0_6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g2b7f1853353_0_6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 name="Google Shape;69;g2b7f1853353_0_6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g2b7f1853353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 name="Google Shape;84;g2b7f1853353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
        <p:cNvGrpSpPr/>
        <p:nvPr/>
      </p:nvGrpSpPr>
      <p:grpSpPr>
        <a:xfrm>
          <a:off x="0" y="0"/>
          <a:ext cx="0" cy="0"/>
          <a:chOff x="0" y="0"/>
          <a:chExt cx="0" cy="0"/>
        </a:xfrm>
      </p:grpSpPr>
      <p:sp>
        <p:nvSpPr>
          <p:cNvPr id="77" name="Google Shape;77;g2b78fdfb9a0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8" name="Google Shape;78;g2b78fdfb9a0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g2b80155411e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 name="Google Shape;89;g2b80155411e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g2b80155411e_0_1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 name="Google Shape;96;g2b80155411e_0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g2b7a999ee80_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 name="Google Shape;102;g2b7a999ee80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grpSp>
        <p:nvGrpSpPr>
          <p:cNvPr id="10" name="Google Shape;10;p2"/>
          <p:cNvGrpSpPr/>
          <p:nvPr/>
        </p:nvGrpSpPr>
        <p:grpSpPr>
          <a:xfrm>
            <a:off x="4350279" y="2855377"/>
            <a:ext cx="443589" cy="105632"/>
            <a:chOff x="4137525" y="2915950"/>
            <a:chExt cx="869100" cy="207000"/>
          </a:xfrm>
        </p:grpSpPr>
        <p:sp>
          <p:nvSpPr>
            <p:cNvPr id="11" name="Google Shape;11;p2"/>
            <p:cNvSpPr/>
            <p:nvPr/>
          </p:nvSpPr>
          <p:spPr>
            <a:xfrm>
              <a:off x="4468575" y="2915950"/>
              <a:ext cx="207000" cy="20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p:nvPr/>
          </p:nvSpPr>
          <p:spPr>
            <a:xfrm>
              <a:off x="4799625" y="2915950"/>
              <a:ext cx="207000" cy="20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a:off x="4137525" y="2915950"/>
              <a:ext cx="207000" cy="20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 name="Google Shape;14;p2"/>
          <p:cNvSpPr txBox="1">
            <a:spLocks noGrp="1"/>
          </p:cNvSpPr>
          <p:nvPr>
            <p:ph type="ctrTitle"/>
          </p:nvPr>
        </p:nvSpPr>
        <p:spPr>
          <a:xfrm>
            <a:off x="671258" y="990800"/>
            <a:ext cx="7801500" cy="1730100"/>
          </a:xfrm>
          <a:prstGeom prst="rect">
            <a:avLst/>
          </a:prstGeom>
        </p:spPr>
        <p:txBody>
          <a:bodyPr spcFirstLastPara="1" wrap="square" lIns="91425" tIns="91425" rIns="91425" bIns="91425" anchor="b" anchorCtr="0">
            <a:normAutofit/>
          </a:bodyPr>
          <a:lstStyle>
            <a:lvl1pPr lvl="0" algn="ctr" rtl="0">
              <a:spcBef>
                <a:spcPts val="0"/>
              </a:spcBef>
              <a:spcAft>
                <a:spcPts val="0"/>
              </a:spcAft>
              <a:buSzPts val="4800"/>
              <a:buNone/>
              <a:defRPr sz="4800"/>
            </a:lvl1pPr>
            <a:lvl2pPr lvl="1" algn="ctr" rtl="0">
              <a:spcBef>
                <a:spcPts val="0"/>
              </a:spcBef>
              <a:spcAft>
                <a:spcPts val="0"/>
              </a:spcAft>
              <a:buSzPts val="4800"/>
              <a:buNone/>
              <a:defRPr sz="4800"/>
            </a:lvl2pPr>
            <a:lvl3pPr lvl="2" algn="ctr" rtl="0">
              <a:spcBef>
                <a:spcPts val="0"/>
              </a:spcBef>
              <a:spcAft>
                <a:spcPts val="0"/>
              </a:spcAft>
              <a:buSzPts val="4800"/>
              <a:buNone/>
              <a:defRPr sz="4800"/>
            </a:lvl3pPr>
            <a:lvl4pPr lvl="3" algn="ctr" rtl="0">
              <a:spcBef>
                <a:spcPts val="0"/>
              </a:spcBef>
              <a:spcAft>
                <a:spcPts val="0"/>
              </a:spcAft>
              <a:buSzPts val="4800"/>
              <a:buNone/>
              <a:defRPr sz="4800"/>
            </a:lvl4pPr>
            <a:lvl5pPr lvl="4" algn="ctr" rtl="0">
              <a:spcBef>
                <a:spcPts val="0"/>
              </a:spcBef>
              <a:spcAft>
                <a:spcPts val="0"/>
              </a:spcAft>
              <a:buSzPts val="4800"/>
              <a:buNone/>
              <a:defRPr sz="4800"/>
            </a:lvl5pPr>
            <a:lvl6pPr lvl="5" algn="ctr" rtl="0">
              <a:spcBef>
                <a:spcPts val="0"/>
              </a:spcBef>
              <a:spcAft>
                <a:spcPts val="0"/>
              </a:spcAft>
              <a:buSzPts val="4800"/>
              <a:buNone/>
              <a:defRPr sz="4800"/>
            </a:lvl6pPr>
            <a:lvl7pPr lvl="6" algn="ctr" rtl="0">
              <a:spcBef>
                <a:spcPts val="0"/>
              </a:spcBef>
              <a:spcAft>
                <a:spcPts val="0"/>
              </a:spcAft>
              <a:buSzPts val="4800"/>
              <a:buNone/>
              <a:defRPr sz="4800"/>
            </a:lvl7pPr>
            <a:lvl8pPr lvl="7" algn="ctr" rtl="0">
              <a:spcBef>
                <a:spcPts val="0"/>
              </a:spcBef>
              <a:spcAft>
                <a:spcPts val="0"/>
              </a:spcAft>
              <a:buSzPts val="4800"/>
              <a:buNone/>
              <a:defRPr sz="4800"/>
            </a:lvl8pPr>
            <a:lvl9pPr lvl="8" algn="ctr" rtl="0">
              <a:spcBef>
                <a:spcPts val="0"/>
              </a:spcBef>
              <a:spcAft>
                <a:spcPts val="0"/>
              </a:spcAft>
              <a:buSzPts val="4800"/>
              <a:buNone/>
              <a:defRPr sz="4800"/>
            </a:lvl9pPr>
          </a:lstStyle>
          <a:p>
            <a:endParaRPr/>
          </a:p>
        </p:txBody>
      </p:sp>
      <p:sp>
        <p:nvSpPr>
          <p:cNvPr id="15" name="Google Shape;15;p2"/>
          <p:cNvSpPr txBox="1">
            <a:spLocks noGrp="1"/>
          </p:cNvSpPr>
          <p:nvPr>
            <p:ph type="subTitle" idx="1"/>
          </p:nvPr>
        </p:nvSpPr>
        <p:spPr>
          <a:xfrm>
            <a:off x="671250" y="3174876"/>
            <a:ext cx="7801500" cy="792600"/>
          </a:xfrm>
          <a:prstGeom prst="rect">
            <a:avLst/>
          </a:prstGeom>
        </p:spPr>
        <p:txBody>
          <a:bodyPr spcFirstLastPara="1" wrap="square" lIns="91425" tIns="91425" rIns="91425" bIns="91425" anchor="t" anchorCtr="0">
            <a:normAutofit/>
          </a:bodyPr>
          <a:lstStyle>
            <a:lvl1pPr lvl="0" algn="ctr" rtl="0">
              <a:lnSpc>
                <a:spcPct val="100000"/>
              </a:lnSpc>
              <a:spcBef>
                <a:spcPts val="0"/>
              </a:spcBef>
              <a:spcAft>
                <a:spcPts val="0"/>
              </a:spcAft>
              <a:buSzPts val="2100"/>
              <a:buNone/>
              <a:defRPr sz="2100"/>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sp>
        <p:nvSpPr>
          <p:cNvPr id="16" name="Google Shape;16;p2"/>
          <p:cNvSpPr txBox="1">
            <a:spLocks noGrp="1"/>
          </p:cNvSpPr>
          <p:nvPr>
            <p:ph type="sldNum" idx="12"/>
          </p:nvPr>
        </p:nvSpPr>
        <p:spPr>
          <a:xfrm>
            <a:off x="8490250" y="4681009"/>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7"/>
        <p:cNvGrpSpPr/>
        <p:nvPr/>
      </p:nvGrpSpPr>
      <p:grpSpPr>
        <a:xfrm>
          <a:off x="0" y="0"/>
          <a:ext cx="0" cy="0"/>
          <a:chOff x="0" y="0"/>
          <a:chExt cx="0" cy="0"/>
        </a:xfrm>
      </p:grpSpPr>
      <p:sp>
        <p:nvSpPr>
          <p:cNvPr id="18" name="Google Shape;18;p3"/>
          <p:cNvSpPr txBox="1">
            <a:spLocks noGrp="1"/>
          </p:cNvSpPr>
          <p:nvPr>
            <p:ph type="title"/>
          </p:nvPr>
        </p:nvSpPr>
        <p:spPr>
          <a:xfrm>
            <a:off x="671250" y="2141250"/>
            <a:ext cx="7852200" cy="861000"/>
          </a:xfrm>
          <a:prstGeom prst="rect">
            <a:avLst/>
          </a:prstGeom>
        </p:spPr>
        <p:txBody>
          <a:bodyPr spcFirstLastPara="1" wrap="square" lIns="91425" tIns="91425" rIns="91425" bIns="91425" anchor="ctr" anchorCtr="0">
            <a:normAutofit/>
          </a:bodyPr>
          <a:lstStyle>
            <a:lvl1pPr lvl="0" algn="ctr" rtl="0">
              <a:spcBef>
                <a:spcPts val="0"/>
              </a:spcBef>
              <a:spcAft>
                <a:spcPts val="0"/>
              </a:spcAft>
              <a:buSzPts val="3600"/>
              <a:buNone/>
              <a:defRPr sz="36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19" name="Google Shape;19;p3"/>
          <p:cNvSpPr txBox="1">
            <a:spLocks noGrp="1"/>
          </p:cNvSpPr>
          <p:nvPr>
            <p:ph type="sldNum" idx="12"/>
          </p:nvPr>
        </p:nvSpPr>
        <p:spPr>
          <a:xfrm>
            <a:off x="8490250" y="4681009"/>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0"/>
        <p:cNvGrpSpPr/>
        <p:nvPr/>
      </p:nvGrpSpPr>
      <p:grpSpPr>
        <a:xfrm>
          <a:off x="0" y="0"/>
          <a:ext cx="0" cy="0"/>
          <a:chOff x="0" y="0"/>
          <a:chExt cx="0" cy="0"/>
        </a:xfrm>
      </p:grpSpPr>
      <p:sp>
        <p:nvSpPr>
          <p:cNvPr id="21" name="Google Shape;21;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22" name="Google Shape;22;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rtl="0">
              <a:spcBef>
                <a:spcPts val="0"/>
              </a:spcBef>
              <a:spcAft>
                <a:spcPts val="0"/>
              </a:spcAft>
              <a:buSzPts val="1800"/>
              <a:buChar char="●"/>
              <a:defRPr/>
            </a:lvl1pPr>
            <a:lvl2pPr marL="914400" lvl="1" indent="-317500" rtl="0">
              <a:spcBef>
                <a:spcPts val="0"/>
              </a:spcBef>
              <a:spcAft>
                <a:spcPts val="0"/>
              </a:spcAft>
              <a:buSzPts val="1400"/>
              <a:buChar char="○"/>
              <a:defRPr/>
            </a:lvl2pPr>
            <a:lvl3pPr marL="1371600" lvl="2" indent="-317500" rtl="0">
              <a:spcBef>
                <a:spcPts val="0"/>
              </a:spcBef>
              <a:spcAft>
                <a:spcPts val="0"/>
              </a:spcAft>
              <a:buSzPts val="1400"/>
              <a:buChar char="■"/>
              <a:defRPr/>
            </a:lvl3pPr>
            <a:lvl4pPr marL="1828800" lvl="3" indent="-317500" rtl="0">
              <a:spcBef>
                <a:spcPts val="0"/>
              </a:spcBef>
              <a:spcAft>
                <a:spcPts val="0"/>
              </a:spcAft>
              <a:buSzPts val="1400"/>
              <a:buChar char="●"/>
              <a:defRPr/>
            </a:lvl4pPr>
            <a:lvl5pPr marL="2286000" lvl="4" indent="-317500" rtl="0">
              <a:spcBef>
                <a:spcPts val="0"/>
              </a:spcBef>
              <a:spcAft>
                <a:spcPts val="0"/>
              </a:spcAft>
              <a:buSzPts val="1400"/>
              <a:buChar char="○"/>
              <a:defRPr/>
            </a:lvl5pPr>
            <a:lvl6pPr marL="2743200" lvl="5" indent="-317500" rtl="0">
              <a:spcBef>
                <a:spcPts val="0"/>
              </a:spcBef>
              <a:spcAft>
                <a:spcPts val="0"/>
              </a:spcAft>
              <a:buSzPts val="1400"/>
              <a:buChar char="■"/>
              <a:defRPr/>
            </a:lvl6pPr>
            <a:lvl7pPr marL="3200400" lvl="6" indent="-317500" rtl="0">
              <a:spcBef>
                <a:spcPts val="0"/>
              </a:spcBef>
              <a:spcAft>
                <a:spcPts val="0"/>
              </a:spcAft>
              <a:buSzPts val="1400"/>
              <a:buChar char="●"/>
              <a:defRPr/>
            </a:lvl7pPr>
            <a:lvl8pPr marL="3657600" lvl="7" indent="-317500" rtl="0">
              <a:spcBef>
                <a:spcPts val="0"/>
              </a:spcBef>
              <a:spcAft>
                <a:spcPts val="0"/>
              </a:spcAft>
              <a:buSzPts val="1400"/>
              <a:buChar char="○"/>
              <a:defRPr/>
            </a:lvl8pPr>
            <a:lvl9pPr marL="4114800" lvl="8" indent="-317500" rtl="0">
              <a:spcBef>
                <a:spcPts val="0"/>
              </a:spcBef>
              <a:spcAft>
                <a:spcPts val="0"/>
              </a:spcAft>
              <a:buSzPts val="1400"/>
              <a:buChar char="■"/>
              <a:defRPr/>
            </a:lvl9pPr>
          </a:lstStyle>
          <a:p>
            <a:endParaRPr/>
          </a:p>
        </p:txBody>
      </p:sp>
      <p:sp>
        <p:nvSpPr>
          <p:cNvPr id="23" name="Google Shape;23;p4"/>
          <p:cNvSpPr txBox="1">
            <a:spLocks noGrp="1"/>
          </p:cNvSpPr>
          <p:nvPr>
            <p:ph type="sldNum" idx="12"/>
          </p:nvPr>
        </p:nvSpPr>
        <p:spPr>
          <a:xfrm>
            <a:off x="8490250" y="4681009"/>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4"/>
        <p:cNvGrpSpPr/>
        <p:nvPr/>
      </p:nvGrpSpPr>
      <p:grpSpPr>
        <a:xfrm>
          <a:off x="0" y="0"/>
          <a:ext cx="0" cy="0"/>
          <a:chOff x="0" y="0"/>
          <a:chExt cx="0" cy="0"/>
        </a:xfrm>
      </p:grpSpPr>
      <p:sp>
        <p:nvSpPr>
          <p:cNvPr id="25" name="Google Shape;25;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26" name="Google Shape;26;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rtl="0">
              <a:spcBef>
                <a:spcPts val="0"/>
              </a:spcBef>
              <a:spcAft>
                <a:spcPts val="0"/>
              </a:spcAft>
              <a:buSzPts val="1400"/>
              <a:buChar char="●"/>
              <a:defRPr sz="1400"/>
            </a:lvl1pPr>
            <a:lvl2pPr marL="914400" lvl="1" indent="-304800" rtl="0">
              <a:spcBef>
                <a:spcPts val="0"/>
              </a:spcBef>
              <a:spcAft>
                <a:spcPts val="0"/>
              </a:spcAft>
              <a:buSzPts val="1200"/>
              <a:buChar char="○"/>
              <a:defRPr sz="1200"/>
            </a:lvl2pPr>
            <a:lvl3pPr marL="1371600" lvl="2" indent="-304800" rtl="0">
              <a:spcBef>
                <a:spcPts val="0"/>
              </a:spcBef>
              <a:spcAft>
                <a:spcPts val="0"/>
              </a:spcAft>
              <a:buSzPts val="1200"/>
              <a:buChar char="■"/>
              <a:defRPr sz="1200"/>
            </a:lvl3pPr>
            <a:lvl4pPr marL="1828800" lvl="3" indent="-304800" rtl="0">
              <a:spcBef>
                <a:spcPts val="0"/>
              </a:spcBef>
              <a:spcAft>
                <a:spcPts val="0"/>
              </a:spcAft>
              <a:buSzPts val="1200"/>
              <a:buChar char="●"/>
              <a:defRPr sz="1200"/>
            </a:lvl4pPr>
            <a:lvl5pPr marL="2286000" lvl="4" indent="-304800" rtl="0">
              <a:spcBef>
                <a:spcPts val="0"/>
              </a:spcBef>
              <a:spcAft>
                <a:spcPts val="0"/>
              </a:spcAft>
              <a:buSzPts val="1200"/>
              <a:buChar char="○"/>
              <a:defRPr sz="1200"/>
            </a:lvl5pPr>
            <a:lvl6pPr marL="2743200" lvl="5" indent="-304800" rtl="0">
              <a:spcBef>
                <a:spcPts val="0"/>
              </a:spcBef>
              <a:spcAft>
                <a:spcPts val="0"/>
              </a:spcAft>
              <a:buSzPts val="1200"/>
              <a:buChar char="■"/>
              <a:defRPr sz="1200"/>
            </a:lvl6pPr>
            <a:lvl7pPr marL="3200400" lvl="6" indent="-304800" rtl="0">
              <a:spcBef>
                <a:spcPts val="0"/>
              </a:spcBef>
              <a:spcAft>
                <a:spcPts val="0"/>
              </a:spcAft>
              <a:buSzPts val="1200"/>
              <a:buChar char="●"/>
              <a:defRPr sz="1200"/>
            </a:lvl7pPr>
            <a:lvl8pPr marL="3657600" lvl="7" indent="-304800" rtl="0">
              <a:spcBef>
                <a:spcPts val="0"/>
              </a:spcBef>
              <a:spcAft>
                <a:spcPts val="0"/>
              </a:spcAft>
              <a:buSzPts val="1200"/>
              <a:buChar char="○"/>
              <a:defRPr sz="1200"/>
            </a:lvl8pPr>
            <a:lvl9pPr marL="4114800" lvl="8" indent="-304800" rtl="0">
              <a:spcBef>
                <a:spcPts val="0"/>
              </a:spcBef>
              <a:spcAft>
                <a:spcPts val="0"/>
              </a:spcAft>
              <a:buSzPts val="1200"/>
              <a:buChar char="■"/>
              <a:defRPr sz="1200"/>
            </a:lvl9pPr>
          </a:lstStyle>
          <a:p>
            <a:endParaRPr/>
          </a:p>
        </p:txBody>
      </p:sp>
      <p:sp>
        <p:nvSpPr>
          <p:cNvPr id="27" name="Google Shape;27;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rtl="0">
              <a:spcBef>
                <a:spcPts val="0"/>
              </a:spcBef>
              <a:spcAft>
                <a:spcPts val="0"/>
              </a:spcAft>
              <a:buSzPts val="1400"/>
              <a:buChar char="●"/>
              <a:defRPr sz="1400"/>
            </a:lvl1pPr>
            <a:lvl2pPr marL="914400" lvl="1" indent="-304800" rtl="0">
              <a:spcBef>
                <a:spcPts val="0"/>
              </a:spcBef>
              <a:spcAft>
                <a:spcPts val="0"/>
              </a:spcAft>
              <a:buSzPts val="1200"/>
              <a:buChar char="○"/>
              <a:defRPr sz="1200"/>
            </a:lvl2pPr>
            <a:lvl3pPr marL="1371600" lvl="2" indent="-304800" rtl="0">
              <a:spcBef>
                <a:spcPts val="0"/>
              </a:spcBef>
              <a:spcAft>
                <a:spcPts val="0"/>
              </a:spcAft>
              <a:buSzPts val="1200"/>
              <a:buChar char="■"/>
              <a:defRPr sz="1200"/>
            </a:lvl3pPr>
            <a:lvl4pPr marL="1828800" lvl="3" indent="-304800" rtl="0">
              <a:spcBef>
                <a:spcPts val="0"/>
              </a:spcBef>
              <a:spcAft>
                <a:spcPts val="0"/>
              </a:spcAft>
              <a:buSzPts val="1200"/>
              <a:buChar char="●"/>
              <a:defRPr sz="1200"/>
            </a:lvl4pPr>
            <a:lvl5pPr marL="2286000" lvl="4" indent="-304800" rtl="0">
              <a:spcBef>
                <a:spcPts val="0"/>
              </a:spcBef>
              <a:spcAft>
                <a:spcPts val="0"/>
              </a:spcAft>
              <a:buSzPts val="1200"/>
              <a:buChar char="○"/>
              <a:defRPr sz="1200"/>
            </a:lvl5pPr>
            <a:lvl6pPr marL="2743200" lvl="5" indent="-304800" rtl="0">
              <a:spcBef>
                <a:spcPts val="0"/>
              </a:spcBef>
              <a:spcAft>
                <a:spcPts val="0"/>
              </a:spcAft>
              <a:buSzPts val="1200"/>
              <a:buChar char="■"/>
              <a:defRPr sz="1200"/>
            </a:lvl6pPr>
            <a:lvl7pPr marL="3200400" lvl="6" indent="-304800" rtl="0">
              <a:spcBef>
                <a:spcPts val="0"/>
              </a:spcBef>
              <a:spcAft>
                <a:spcPts val="0"/>
              </a:spcAft>
              <a:buSzPts val="1200"/>
              <a:buChar char="●"/>
              <a:defRPr sz="1200"/>
            </a:lvl7pPr>
            <a:lvl8pPr marL="3657600" lvl="7" indent="-304800" rtl="0">
              <a:spcBef>
                <a:spcPts val="0"/>
              </a:spcBef>
              <a:spcAft>
                <a:spcPts val="0"/>
              </a:spcAft>
              <a:buSzPts val="1200"/>
              <a:buChar char="○"/>
              <a:defRPr sz="1200"/>
            </a:lvl8pPr>
            <a:lvl9pPr marL="4114800" lvl="8" indent="-304800" rtl="0">
              <a:spcBef>
                <a:spcPts val="0"/>
              </a:spcBef>
              <a:spcAft>
                <a:spcPts val="0"/>
              </a:spcAft>
              <a:buSzPts val="1200"/>
              <a:buChar char="■"/>
              <a:defRPr sz="1200"/>
            </a:lvl9pPr>
          </a:lstStyle>
          <a:p>
            <a:endParaRPr/>
          </a:p>
        </p:txBody>
      </p:sp>
      <p:sp>
        <p:nvSpPr>
          <p:cNvPr id="28" name="Google Shape;28;p5"/>
          <p:cNvSpPr txBox="1">
            <a:spLocks noGrp="1"/>
          </p:cNvSpPr>
          <p:nvPr>
            <p:ph type="sldNum" idx="12"/>
          </p:nvPr>
        </p:nvSpPr>
        <p:spPr>
          <a:xfrm>
            <a:off x="8490250" y="4681009"/>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9"/>
        <p:cNvGrpSpPr/>
        <p:nvPr/>
      </p:nvGrpSpPr>
      <p:grpSpPr>
        <a:xfrm>
          <a:off x="0" y="0"/>
          <a:ext cx="0" cy="0"/>
          <a:chOff x="0" y="0"/>
          <a:chExt cx="0" cy="0"/>
        </a:xfrm>
      </p:grpSpPr>
      <p:sp>
        <p:nvSpPr>
          <p:cNvPr id="30" name="Google Shape;30;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31" name="Google Shape;31;p6"/>
          <p:cNvSpPr txBox="1">
            <a:spLocks noGrp="1"/>
          </p:cNvSpPr>
          <p:nvPr>
            <p:ph type="sldNum" idx="12"/>
          </p:nvPr>
        </p:nvSpPr>
        <p:spPr>
          <a:xfrm>
            <a:off x="8490250" y="4681009"/>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2"/>
        <p:cNvGrpSpPr/>
        <p:nvPr/>
      </p:nvGrpSpPr>
      <p:grpSpPr>
        <a:xfrm>
          <a:off x="0" y="0"/>
          <a:ext cx="0" cy="0"/>
          <a:chOff x="0" y="0"/>
          <a:chExt cx="0" cy="0"/>
        </a:xfrm>
      </p:grpSpPr>
      <p:sp>
        <p:nvSpPr>
          <p:cNvPr id="33" name="Google Shape;33;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34" name="Google Shape;34;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rtl="0">
              <a:spcBef>
                <a:spcPts val="0"/>
              </a:spcBef>
              <a:spcAft>
                <a:spcPts val="0"/>
              </a:spcAft>
              <a:buSzPts val="1200"/>
              <a:buChar char="●"/>
              <a:defRPr sz="1200"/>
            </a:lvl1pPr>
            <a:lvl2pPr marL="914400" lvl="1" indent="-304800" rtl="0">
              <a:spcBef>
                <a:spcPts val="0"/>
              </a:spcBef>
              <a:spcAft>
                <a:spcPts val="0"/>
              </a:spcAft>
              <a:buSzPts val="1200"/>
              <a:buChar char="○"/>
              <a:defRPr sz="1200"/>
            </a:lvl2pPr>
            <a:lvl3pPr marL="1371600" lvl="2" indent="-304800" rtl="0">
              <a:spcBef>
                <a:spcPts val="0"/>
              </a:spcBef>
              <a:spcAft>
                <a:spcPts val="0"/>
              </a:spcAft>
              <a:buSzPts val="1200"/>
              <a:buChar char="■"/>
              <a:defRPr sz="1200"/>
            </a:lvl3pPr>
            <a:lvl4pPr marL="1828800" lvl="3" indent="-304800" rtl="0">
              <a:spcBef>
                <a:spcPts val="0"/>
              </a:spcBef>
              <a:spcAft>
                <a:spcPts val="0"/>
              </a:spcAft>
              <a:buSzPts val="1200"/>
              <a:buChar char="●"/>
              <a:defRPr sz="1200"/>
            </a:lvl4pPr>
            <a:lvl5pPr marL="2286000" lvl="4" indent="-304800" rtl="0">
              <a:spcBef>
                <a:spcPts val="0"/>
              </a:spcBef>
              <a:spcAft>
                <a:spcPts val="0"/>
              </a:spcAft>
              <a:buSzPts val="1200"/>
              <a:buChar char="○"/>
              <a:defRPr sz="1200"/>
            </a:lvl5pPr>
            <a:lvl6pPr marL="2743200" lvl="5" indent="-304800" rtl="0">
              <a:spcBef>
                <a:spcPts val="0"/>
              </a:spcBef>
              <a:spcAft>
                <a:spcPts val="0"/>
              </a:spcAft>
              <a:buSzPts val="1200"/>
              <a:buChar char="■"/>
              <a:defRPr sz="1200"/>
            </a:lvl6pPr>
            <a:lvl7pPr marL="3200400" lvl="6" indent="-304800" rtl="0">
              <a:spcBef>
                <a:spcPts val="0"/>
              </a:spcBef>
              <a:spcAft>
                <a:spcPts val="0"/>
              </a:spcAft>
              <a:buSzPts val="1200"/>
              <a:buChar char="●"/>
              <a:defRPr sz="1200"/>
            </a:lvl7pPr>
            <a:lvl8pPr marL="3657600" lvl="7" indent="-304800" rtl="0">
              <a:spcBef>
                <a:spcPts val="0"/>
              </a:spcBef>
              <a:spcAft>
                <a:spcPts val="0"/>
              </a:spcAft>
              <a:buSzPts val="1200"/>
              <a:buChar char="○"/>
              <a:defRPr sz="1200"/>
            </a:lvl8pPr>
            <a:lvl9pPr marL="4114800" lvl="8" indent="-304800" rtl="0">
              <a:spcBef>
                <a:spcPts val="0"/>
              </a:spcBef>
              <a:spcAft>
                <a:spcPts val="0"/>
              </a:spcAft>
              <a:buSzPts val="1200"/>
              <a:buChar char="■"/>
              <a:defRPr sz="1200"/>
            </a:lvl9pPr>
          </a:lstStyle>
          <a:p>
            <a:endParaRPr/>
          </a:p>
        </p:txBody>
      </p:sp>
      <p:sp>
        <p:nvSpPr>
          <p:cNvPr id="35" name="Google Shape;35;p7"/>
          <p:cNvSpPr txBox="1">
            <a:spLocks noGrp="1"/>
          </p:cNvSpPr>
          <p:nvPr>
            <p:ph type="sldNum" idx="12"/>
          </p:nvPr>
        </p:nvSpPr>
        <p:spPr>
          <a:xfrm>
            <a:off x="8490250" y="4681009"/>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lt2"/>
        </a:solidFill>
        <a:effectLst/>
      </p:bgPr>
    </p:bg>
    <p:spTree>
      <p:nvGrpSpPr>
        <p:cNvPr id="1" name="Shape 36"/>
        <p:cNvGrpSpPr/>
        <p:nvPr/>
      </p:nvGrpSpPr>
      <p:grpSpPr>
        <a:xfrm>
          <a:off x="0" y="0"/>
          <a:ext cx="0" cy="0"/>
          <a:chOff x="0" y="0"/>
          <a:chExt cx="0" cy="0"/>
        </a:xfrm>
      </p:grpSpPr>
      <p:sp>
        <p:nvSpPr>
          <p:cNvPr id="37" name="Google Shape;37;p8"/>
          <p:cNvSpPr txBox="1">
            <a:spLocks noGrp="1"/>
          </p:cNvSpPr>
          <p:nvPr>
            <p:ph type="title"/>
          </p:nvPr>
        </p:nvSpPr>
        <p:spPr>
          <a:xfrm>
            <a:off x="490250" y="526350"/>
            <a:ext cx="6227100" cy="4090800"/>
          </a:xfrm>
          <a:prstGeom prst="rect">
            <a:avLst/>
          </a:prstGeom>
        </p:spPr>
        <p:txBody>
          <a:bodyPr spcFirstLastPara="1" wrap="square" lIns="91425" tIns="91425" rIns="91425" bIns="91425" anchor="ctr" anchorCtr="0">
            <a:normAutofit/>
          </a:bodyPr>
          <a:lstStyle>
            <a:lvl1pPr lvl="0" rtl="0">
              <a:spcBef>
                <a:spcPts val="0"/>
              </a:spcBef>
              <a:spcAft>
                <a:spcPts val="0"/>
              </a:spcAft>
              <a:buClr>
                <a:schemeClr val="lt1"/>
              </a:buClr>
              <a:buSzPts val="4800"/>
              <a:buNone/>
              <a:defRPr sz="4800">
                <a:solidFill>
                  <a:schemeClr val="lt1"/>
                </a:solidFill>
              </a:defRPr>
            </a:lvl1pPr>
            <a:lvl2pPr lvl="1" rtl="0">
              <a:spcBef>
                <a:spcPts val="0"/>
              </a:spcBef>
              <a:spcAft>
                <a:spcPts val="0"/>
              </a:spcAft>
              <a:buClr>
                <a:schemeClr val="lt1"/>
              </a:buClr>
              <a:buSzPts val="4800"/>
              <a:buNone/>
              <a:defRPr sz="4800">
                <a:solidFill>
                  <a:schemeClr val="lt1"/>
                </a:solidFill>
              </a:defRPr>
            </a:lvl2pPr>
            <a:lvl3pPr lvl="2" rtl="0">
              <a:spcBef>
                <a:spcPts val="0"/>
              </a:spcBef>
              <a:spcAft>
                <a:spcPts val="0"/>
              </a:spcAft>
              <a:buClr>
                <a:schemeClr val="lt1"/>
              </a:buClr>
              <a:buSzPts val="4800"/>
              <a:buNone/>
              <a:defRPr sz="4800">
                <a:solidFill>
                  <a:schemeClr val="lt1"/>
                </a:solidFill>
              </a:defRPr>
            </a:lvl3pPr>
            <a:lvl4pPr lvl="3" rtl="0">
              <a:spcBef>
                <a:spcPts val="0"/>
              </a:spcBef>
              <a:spcAft>
                <a:spcPts val="0"/>
              </a:spcAft>
              <a:buClr>
                <a:schemeClr val="lt1"/>
              </a:buClr>
              <a:buSzPts val="4800"/>
              <a:buNone/>
              <a:defRPr sz="4800">
                <a:solidFill>
                  <a:schemeClr val="lt1"/>
                </a:solidFill>
              </a:defRPr>
            </a:lvl4pPr>
            <a:lvl5pPr lvl="4" rtl="0">
              <a:spcBef>
                <a:spcPts val="0"/>
              </a:spcBef>
              <a:spcAft>
                <a:spcPts val="0"/>
              </a:spcAft>
              <a:buClr>
                <a:schemeClr val="lt1"/>
              </a:buClr>
              <a:buSzPts val="4800"/>
              <a:buNone/>
              <a:defRPr sz="4800">
                <a:solidFill>
                  <a:schemeClr val="lt1"/>
                </a:solidFill>
              </a:defRPr>
            </a:lvl5pPr>
            <a:lvl6pPr lvl="5" rtl="0">
              <a:spcBef>
                <a:spcPts val="0"/>
              </a:spcBef>
              <a:spcAft>
                <a:spcPts val="0"/>
              </a:spcAft>
              <a:buClr>
                <a:schemeClr val="lt1"/>
              </a:buClr>
              <a:buSzPts val="4800"/>
              <a:buNone/>
              <a:defRPr sz="4800">
                <a:solidFill>
                  <a:schemeClr val="lt1"/>
                </a:solidFill>
              </a:defRPr>
            </a:lvl6pPr>
            <a:lvl7pPr lvl="6" rtl="0">
              <a:spcBef>
                <a:spcPts val="0"/>
              </a:spcBef>
              <a:spcAft>
                <a:spcPts val="0"/>
              </a:spcAft>
              <a:buClr>
                <a:schemeClr val="lt1"/>
              </a:buClr>
              <a:buSzPts val="4800"/>
              <a:buNone/>
              <a:defRPr sz="4800">
                <a:solidFill>
                  <a:schemeClr val="lt1"/>
                </a:solidFill>
              </a:defRPr>
            </a:lvl7pPr>
            <a:lvl8pPr lvl="7" rtl="0">
              <a:spcBef>
                <a:spcPts val="0"/>
              </a:spcBef>
              <a:spcAft>
                <a:spcPts val="0"/>
              </a:spcAft>
              <a:buClr>
                <a:schemeClr val="lt1"/>
              </a:buClr>
              <a:buSzPts val="4800"/>
              <a:buNone/>
              <a:defRPr sz="4800">
                <a:solidFill>
                  <a:schemeClr val="lt1"/>
                </a:solidFill>
              </a:defRPr>
            </a:lvl8pPr>
            <a:lvl9pPr lvl="8" rtl="0">
              <a:spcBef>
                <a:spcPts val="0"/>
              </a:spcBef>
              <a:spcAft>
                <a:spcPts val="0"/>
              </a:spcAft>
              <a:buClr>
                <a:schemeClr val="lt1"/>
              </a:buClr>
              <a:buSzPts val="4800"/>
              <a:buNone/>
              <a:defRPr sz="4800">
                <a:solidFill>
                  <a:schemeClr val="lt1"/>
                </a:solidFill>
              </a:defRPr>
            </a:lvl9pPr>
          </a:lstStyle>
          <a:p>
            <a:endParaRPr/>
          </a:p>
        </p:txBody>
      </p:sp>
      <p:sp>
        <p:nvSpPr>
          <p:cNvPr id="38" name="Google Shape;38;p8"/>
          <p:cNvSpPr txBox="1">
            <a:spLocks noGrp="1"/>
          </p:cNvSpPr>
          <p:nvPr>
            <p:ph type="sldNum" idx="12"/>
          </p:nvPr>
        </p:nvSpPr>
        <p:spPr>
          <a:xfrm>
            <a:off x="8490250" y="4681009"/>
            <a:ext cx="548700" cy="393600"/>
          </a:xfrm>
          <a:prstGeom prst="rect">
            <a:avLst/>
          </a:prstGeom>
        </p:spPr>
        <p:txBody>
          <a:bodyPr spcFirstLastPara="1" wrap="square" lIns="91425" tIns="91425" rIns="91425" bIns="91425" anchor="ctr" anchorCtr="0">
            <a:norm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9"/>
        <p:cNvGrpSpPr/>
        <p:nvPr/>
      </p:nvGrpSpPr>
      <p:grpSpPr>
        <a:xfrm>
          <a:off x="0" y="0"/>
          <a:ext cx="0" cy="0"/>
          <a:chOff x="0" y="0"/>
          <a:chExt cx="0" cy="0"/>
        </a:xfrm>
      </p:grpSpPr>
      <p:sp>
        <p:nvSpPr>
          <p:cNvPr id="40" name="Google Shape;40;p9"/>
          <p:cNvSpPr/>
          <p:nvPr/>
        </p:nvSpPr>
        <p:spPr>
          <a:xfrm>
            <a:off x="4572000" y="0"/>
            <a:ext cx="4572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1" name="Google Shape;41;p9"/>
          <p:cNvCxnSpPr/>
          <p:nvPr/>
        </p:nvCxnSpPr>
        <p:spPr>
          <a:xfrm>
            <a:off x="5029675" y="4495500"/>
            <a:ext cx="468300" cy="0"/>
          </a:xfrm>
          <a:prstGeom prst="straightConnector1">
            <a:avLst/>
          </a:prstGeom>
          <a:noFill/>
          <a:ln w="19050" cap="flat" cmpd="sng">
            <a:solidFill>
              <a:schemeClr val="lt1"/>
            </a:solidFill>
            <a:prstDash val="solid"/>
            <a:round/>
            <a:headEnd type="none" w="sm" len="sm"/>
            <a:tailEnd type="none" w="sm" len="sm"/>
          </a:ln>
        </p:spPr>
      </p:cxnSp>
      <p:sp>
        <p:nvSpPr>
          <p:cNvPr id="42" name="Google Shape;42;p9"/>
          <p:cNvSpPr txBox="1">
            <a:spLocks noGrp="1"/>
          </p:cNvSpPr>
          <p:nvPr>
            <p:ph type="title"/>
          </p:nvPr>
        </p:nvSpPr>
        <p:spPr>
          <a:xfrm>
            <a:off x="265500" y="1081400"/>
            <a:ext cx="4045200" cy="1710300"/>
          </a:xfrm>
          <a:prstGeom prst="rect">
            <a:avLst/>
          </a:prstGeom>
        </p:spPr>
        <p:txBody>
          <a:bodyPr spcFirstLastPara="1" wrap="square" lIns="91425" tIns="91425" rIns="91425" bIns="91425" anchor="b" anchorCtr="0">
            <a:normAutofit/>
          </a:bodyPr>
          <a:lstStyle>
            <a:lvl1pPr lvl="0" algn="ctr" rtl="0">
              <a:spcBef>
                <a:spcPts val="0"/>
              </a:spcBef>
              <a:spcAft>
                <a:spcPts val="0"/>
              </a:spcAft>
              <a:buSzPts val="4200"/>
              <a:buNone/>
              <a:defRPr sz="4200"/>
            </a:lvl1pPr>
            <a:lvl2pPr lvl="1" algn="ctr" rtl="0">
              <a:spcBef>
                <a:spcPts val="0"/>
              </a:spcBef>
              <a:spcAft>
                <a:spcPts val="0"/>
              </a:spcAft>
              <a:buSzPts val="4200"/>
              <a:buNone/>
              <a:defRPr sz="4200"/>
            </a:lvl2pPr>
            <a:lvl3pPr lvl="2" algn="ctr" rtl="0">
              <a:spcBef>
                <a:spcPts val="0"/>
              </a:spcBef>
              <a:spcAft>
                <a:spcPts val="0"/>
              </a:spcAft>
              <a:buSzPts val="4200"/>
              <a:buNone/>
              <a:defRPr sz="4200"/>
            </a:lvl3pPr>
            <a:lvl4pPr lvl="3" algn="ctr" rtl="0">
              <a:spcBef>
                <a:spcPts val="0"/>
              </a:spcBef>
              <a:spcAft>
                <a:spcPts val="0"/>
              </a:spcAft>
              <a:buSzPts val="4200"/>
              <a:buNone/>
              <a:defRPr sz="4200"/>
            </a:lvl4pPr>
            <a:lvl5pPr lvl="4" algn="ctr" rtl="0">
              <a:spcBef>
                <a:spcPts val="0"/>
              </a:spcBef>
              <a:spcAft>
                <a:spcPts val="0"/>
              </a:spcAft>
              <a:buSzPts val="4200"/>
              <a:buNone/>
              <a:defRPr sz="4200"/>
            </a:lvl5pPr>
            <a:lvl6pPr lvl="5" algn="ctr" rtl="0">
              <a:spcBef>
                <a:spcPts val="0"/>
              </a:spcBef>
              <a:spcAft>
                <a:spcPts val="0"/>
              </a:spcAft>
              <a:buSzPts val="4200"/>
              <a:buNone/>
              <a:defRPr sz="4200"/>
            </a:lvl6pPr>
            <a:lvl7pPr lvl="6" algn="ctr" rtl="0">
              <a:spcBef>
                <a:spcPts val="0"/>
              </a:spcBef>
              <a:spcAft>
                <a:spcPts val="0"/>
              </a:spcAft>
              <a:buSzPts val="4200"/>
              <a:buNone/>
              <a:defRPr sz="4200"/>
            </a:lvl7pPr>
            <a:lvl8pPr lvl="7" algn="ctr" rtl="0">
              <a:spcBef>
                <a:spcPts val="0"/>
              </a:spcBef>
              <a:spcAft>
                <a:spcPts val="0"/>
              </a:spcAft>
              <a:buSzPts val="4200"/>
              <a:buNone/>
              <a:defRPr sz="4200"/>
            </a:lvl8pPr>
            <a:lvl9pPr lvl="8" algn="ctr" rtl="0">
              <a:spcBef>
                <a:spcPts val="0"/>
              </a:spcBef>
              <a:spcAft>
                <a:spcPts val="0"/>
              </a:spcAft>
              <a:buSzPts val="4200"/>
              <a:buNone/>
              <a:defRPr sz="4200"/>
            </a:lvl9pPr>
          </a:lstStyle>
          <a:p>
            <a:endParaRPr/>
          </a:p>
        </p:txBody>
      </p:sp>
      <p:sp>
        <p:nvSpPr>
          <p:cNvPr id="43" name="Google Shape;43;p9"/>
          <p:cNvSpPr txBox="1">
            <a:spLocks noGrp="1"/>
          </p:cNvSpPr>
          <p:nvPr>
            <p:ph type="subTitle" idx="1"/>
          </p:nvPr>
        </p:nvSpPr>
        <p:spPr>
          <a:xfrm>
            <a:off x="265500" y="2845201"/>
            <a:ext cx="4045200" cy="1345500"/>
          </a:xfrm>
          <a:prstGeom prst="rect">
            <a:avLst/>
          </a:prstGeom>
        </p:spPr>
        <p:txBody>
          <a:bodyPr spcFirstLastPara="1" wrap="square" lIns="91425" tIns="91425" rIns="91425" bIns="91425" anchor="t" anchorCtr="0">
            <a:normAutofit/>
          </a:bodyPr>
          <a:lstStyle>
            <a:lvl1pPr lvl="0" algn="ctr" rtl="0">
              <a:lnSpc>
                <a:spcPct val="100000"/>
              </a:lnSpc>
              <a:spcBef>
                <a:spcPts val="0"/>
              </a:spcBef>
              <a:spcAft>
                <a:spcPts val="0"/>
              </a:spcAft>
              <a:buClr>
                <a:schemeClr val="dk1"/>
              </a:buClr>
              <a:buSzPts val="2100"/>
              <a:buNone/>
              <a:defRPr sz="2100">
                <a:solidFill>
                  <a:schemeClr val="dk1"/>
                </a:solidFill>
              </a:defRPr>
            </a:lvl1pPr>
            <a:lvl2pPr lvl="1" algn="ctr" rtl="0">
              <a:lnSpc>
                <a:spcPct val="100000"/>
              </a:lnSpc>
              <a:spcBef>
                <a:spcPts val="0"/>
              </a:spcBef>
              <a:spcAft>
                <a:spcPts val="0"/>
              </a:spcAft>
              <a:buClr>
                <a:schemeClr val="dk1"/>
              </a:buClr>
              <a:buSzPts val="2100"/>
              <a:buNone/>
              <a:defRPr sz="2100">
                <a:solidFill>
                  <a:schemeClr val="dk1"/>
                </a:solidFill>
              </a:defRPr>
            </a:lvl2pPr>
            <a:lvl3pPr lvl="2" algn="ctr" rtl="0">
              <a:lnSpc>
                <a:spcPct val="100000"/>
              </a:lnSpc>
              <a:spcBef>
                <a:spcPts val="0"/>
              </a:spcBef>
              <a:spcAft>
                <a:spcPts val="0"/>
              </a:spcAft>
              <a:buClr>
                <a:schemeClr val="dk1"/>
              </a:buClr>
              <a:buSzPts val="2100"/>
              <a:buNone/>
              <a:defRPr sz="2100">
                <a:solidFill>
                  <a:schemeClr val="dk1"/>
                </a:solidFill>
              </a:defRPr>
            </a:lvl3pPr>
            <a:lvl4pPr lvl="3" algn="ctr" rtl="0">
              <a:lnSpc>
                <a:spcPct val="100000"/>
              </a:lnSpc>
              <a:spcBef>
                <a:spcPts val="0"/>
              </a:spcBef>
              <a:spcAft>
                <a:spcPts val="0"/>
              </a:spcAft>
              <a:buClr>
                <a:schemeClr val="dk1"/>
              </a:buClr>
              <a:buSzPts val="2100"/>
              <a:buNone/>
              <a:defRPr sz="2100">
                <a:solidFill>
                  <a:schemeClr val="dk1"/>
                </a:solidFill>
              </a:defRPr>
            </a:lvl4pPr>
            <a:lvl5pPr lvl="4" algn="ctr" rtl="0">
              <a:lnSpc>
                <a:spcPct val="100000"/>
              </a:lnSpc>
              <a:spcBef>
                <a:spcPts val="0"/>
              </a:spcBef>
              <a:spcAft>
                <a:spcPts val="0"/>
              </a:spcAft>
              <a:buClr>
                <a:schemeClr val="dk1"/>
              </a:buClr>
              <a:buSzPts val="2100"/>
              <a:buNone/>
              <a:defRPr sz="2100">
                <a:solidFill>
                  <a:schemeClr val="dk1"/>
                </a:solidFill>
              </a:defRPr>
            </a:lvl5pPr>
            <a:lvl6pPr lvl="5" algn="ctr" rtl="0">
              <a:lnSpc>
                <a:spcPct val="100000"/>
              </a:lnSpc>
              <a:spcBef>
                <a:spcPts val="0"/>
              </a:spcBef>
              <a:spcAft>
                <a:spcPts val="0"/>
              </a:spcAft>
              <a:buClr>
                <a:schemeClr val="dk1"/>
              </a:buClr>
              <a:buSzPts val="2100"/>
              <a:buNone/>
              <a:defRPr sz="2100">
                <a:solidFill>
                  <a:schemeClr val="dk1"/>
                </a:solidFill>
              </a:defRPr>
            </a:lvl6pPr>
            <a:lvl7pPr lvl="6" algn="ctr" rtl="0">
              <a:lnSpc>
                <a:spcPct val="100000"/>
              </a:lnSpc>
              <a:spcBef>
                <a:spcPts val="0"/>
              </a:spcBef>
              <a:spcAft>
                <a:spcPts val="0"/>
              </a:spcAft>
              <a:buClr>
                <a:schemeClr val="dk1"/>
              </a:buClr>
              <a:buSzPts val="2100"/>
              <a:buNone/>
              <a:defRPr sz="2100">
                <a:solidFill>
                  <a:schemeClr val="dk1"/>
                </a:solidFill>
              </a:defRPr>
            </a:lvl7pPr>
            <a:lvl8pPr lvl="7" algn="ctr" rtl="0">
              <a:lnSpc>
                <a:spcPct val="100000"/>
              </a:lnSpc>
              <a:spcBef>
                <a:spcPts val="0"/>
              </a:spcBef>
              <a:spcAft>
                <a:spcPts val="0"/>
              </a:spcAft>
              <a:buClr>
                <a:schemeClr val="dk1"/>
              </a:buClr>
              <a:buSzPts val="2100"/>
              <a:buNone/>
              <a:defRPr sz="2100">
                <a:solidFill>
                  <a:schemeClr val="dk1"/>
                </a:solidFill>
              </a:defRPr>
            </a:lvl8pPr>
            <a:lvl9pPr lvl="8" algn="ctr" rtl="0">
              <a:lnSpc>
                <a:spcPct val="100000"/>
              </a:lnSpc>
              <a:spcBef>
                <a:spcPts val="0"/>
              </a:spcBef>
              <a:spcAft>
                <a:spcPts val="0"/>
              </a:spcAft>
              <a:buClr>
                <a:schemeClr val="dk1"/>
              </a:buClr>
              <a:buSzPts val="2100"/>
              <a:buNone/>
              <a:defRPr sz="2100">
                <a:solidFill>
                  <a:schemeClr val="dk1"/>
                </a:solidFill>
              </a:defRPr>
            </a:lvl9pPr>
          </a:lstStyle>
          <a:p>
            <a:endParaRPr/>
          </a:p>
        </p:txBody>
      </p:sp>
      <p:sp>
        <p:nvSpPr>
          <p:cNvPr id="44" name="Google Shape;44;p9"/>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rmAutofit/>
          </a:bodyPr>
          <a:lstStyle>
            <a:lvl1pPr marL="457200" lvl="0" indent="-342900" rtl="0">
              <a:spcBef>
                <a:spcPts val="0"/>
              </a:spcBef>
              <a:spcAft>
                <a:spcPts val="0"/>
              </a:spcAft>
              <a:buClr>
                <a:schemeClr val="lt1"/>
              </a:buClr>
              <a:buSzPts val="1800"/>
              <a:buChar char="●"/>
              <a:defRPr>
                <a:solidFill>
                  <a:schemeClr val="lt1"/>
                </a:solidFill>
              </a:defRPr>
            </a:lvl1pPr>
            <a:lvl2pPr marL="914400" lvl="1" indent="-317500" rtl="0">
              <a:spcBef>
                <a:spcPts val="0"/>
              </a:spcBef>
              <a:spcAft>
                <a:spcPts val="0"/>
              </a:spcAft>
              <a:buClr>
                <a:schemeClr val="lt1"/>
              </a:buClr>
              <a:buSzPts val="1400"/>
              <a:buChar char="○"/>
              <a:defRPr>
                <a:solidFill>
                  <a:schemeClr val="lt1"/>
                </a:solidFill>
              </a:defRPr>
            </a:lvl2pPr>
            <a:lvl3pPr marL="1371600" lvl="2" indent="-317500" rtl="0">
              <a:spcBef>
                <a:spcPts val="0"/>
              </a:spcBef>
              <a:spcAft>
                <a:spcPts val="0"/>
              </a:spcAft>
              <a:buClr>
                <a:schemeClr val="lt1"/>
              </a:buClr>
              <a:buSzPts val="1400"/>
              <a:buChar char="■"/>
              <a:defRPr>
                <a:solidFill>
                  <a:schemeClr val="lt1"/>
                </a:solidFill>
              </a:defRPr>
            </a:lvl3pPr>
            <a:lvl4pPr marL="1828800" lvl="3" indent="-317500" rtl="0">
              <a:spcBef>
                <a:spcPts val="0"/>
              </a:spcBef>
              <a:spcAft>
                <a:spcPts val="0"/>
              </a:spcAft>
              <a:buClr>
                <a:schemeClr val="lt1"/>
              </a:buClr>
              <a:buSzPts val="1400"/>
              <a:buChar char="●"/>
              <a:defRPr>
                <a:solidFill>
                  <a:schemeClr val="lt1"/>
                </a:solidFill>
              </a:defRPr>
            </a:lvl4pPr>
            <a:lvl5pPr marL="2286000" lvl="4" indent="-317500" rtl="0">
              <a:spcBef>
                <a:spcPts val="0"/>
              </a:spcBef>
              <a:spcAft>
                <a:spcPts val="0"/>
              </a:spcAft>
              <a:buClr>
                <a:schemeClr val="lt1"/>
              </a:buClr>
              <a:buSzPts val="1400"/>
              <a:buChar char="○"/>
              <a:defRPr>
                <a:solidFill>
                  <a:schemeClr val="lt1"/>
                </a:solidFill>
              </a:defRPr>
            </a:lvl5pPr>
            <a:lvl6pPr marL="2743200" lvl="5" indent="-317500" rtl="0">
              <a:spcBef>
                <a:spcPts val="0"/>
              </a:spcBef>
              <a:spcAft>
                <a:spcPts val="0"/>
              </a:spcAft>
              <a:buClr>
                <a:schemeClr val="lt1"/>
              </a:buClr>
              <a:buSzPts val="1400"/>
              <a:buChar char="■"/>
              <a:defRPr>
                <a:solidFill>
                  <a:schemeClr val="lt1"/>
                </a:solidFill>
              </a:defRPr>
            </a:lvl6pPr>
            <a:lvl7pPr marL="3200400" lvl="6" indent="-317500" rtl="0">
              <a:spcBef>
                <a:spcPts val="0"/>
              </a:spcBef>
              <a:spcAft>
                <a:spcPts val="0"/>
              </a:spcAft>
              <a:buClr>
                <a:schemeClr val="lt1"/>
              </a:buClr>
              <a:buSzPts val="1400"/>
              <a:buChar char="●"/>
              <a:defRPr>
                <a:solidFill>
                  <a:schemeClr val="lt1"/>
                </a:solidFill>
              </a:defRPr>
            </a:lvl7pPr>
            <a:lvl8pPr marL="3657600" lvl="7" indent="-317500" rtl="0">
              <a:spcBef>
                <a:spcPts val="0"/>
              </a:spcBef>
              <a:spcAft>
                <a:spcPts val="0"/>
              </a:spcAft>
              <a:buClr>
                <a:schemeClr val="lt1"/>
              </a:buClr>
              <a:buSzPts val="1400"/>
              <a:buChar char="○"/>
              <a:defRPr>
                <a:solidFill>
                  <a:schemeClr val="lt1"/>
                </a:solidFill>
              </a:defRPr>
            </a:lvl8pPr>
            <a:lvl9pPr marL="4114800" lvl="8" indent="-317500" rtl="0">
              <a:spcBef>
                <a:spcPts val="0"/>
              </a:spcBef>
              <a:spcAft>
                <a:spcPts val="0"/>
              </a:spcAft>
              <a:buClr>
                <a:schemeClr val="lt1"/>
              </a:buClr>
              <a:buSzPts val="1400"/>
              <a:buChar char="■"/>
              <a:defRPr>
                <a:solidFill>
                  <a:schemeClr val="lt1"/>
                </a:solidFill>
              </a:defRPr>
            </a:lvl9pPr>
          </a:lstStyle>
          <a:p>
            <a:endParaRPr/>
          </a:p>
        </p:txBody>
      </p:sp>
      <p:sp>
        <p:nvSpPr>
          <p:cNvPr id="45" name="Google Shape;45;p9"/>
          <p:cNvSpPr txBox="1">
            <a:spLocks noGrp="1"/>
          </p:cNvSpPr>
          <p:nvPr>
            <p:ph type="sldNum" idx="12"/>
          </p:nvPr>
        </p:nvSpPr>
        <p:spPr>
          <a:xfrm>
            <a:off x="8490250" y="4681009"/>
            <a:ext cx="548700" cy="393600"/>
          </a:xfrm>
          <a:prstGeom prst="rect">
            <a:avLst/>
          </a:prstGeom>
        </p:spPr>
        <p:txBody>
          <a:bodyPr spcFirstLastPara="1" wrap="square" lIns="91425" tIns="91425" rIns="91425" bIns="91425" anchor="ctr" anchorCtr="0">
            <a:norm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6"/>
        <p:cNvGrpSpPr/>
        <p:nvPr/>
      </p:nvGrpSpPr>
      <p:grpSpPr>
        <a:xfrm>
          <a:off x="0" y="0"/>
          <a:ext cx="0" cy="0"/>
          <a:chOff x="0" y="0"/>
          <a:chExt cx="0" cy="0"/>
        </a:xfrm>
      </p:grpSpPr>
      <p:sp>
        <p:nvSpPr>
          <p:cNvPr id="47" name="Google Shape;47;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rtl="0">
              <a:lnSpc>
                <a:spcPct val="100000"/>
              </a:lnSpc>
              <a:spcBef>
                <a:spcPts val="0"/>
              </a:spcBef>
              <a:spcAft>
                <a:spcPts val="0"/>
              </a:spcAft>
              <a:buClr>
                <a:schemeClr val="dk1"/>
              </a:buClr>
              <a:buSzPts val="2100"/>
              <a:buFont typeface="Oswald"/>
              <a:buNone/>
              <a:defRPr sz="2100">
                <a:solidFill>
                  <a:schemeClr val="dk1"/>
                </a:solidFill>
                <a:latin typeface="Oswald"/>
                <a:ea typeface="Oswald"/>
                <a:cs typeface="Oswald"/>
                <a:sym typeface="Oswald"/>
              </a:defRPr>
            </a:lvl1pPr>
          </a:lstStyle>
          <a:p>
            <a:endParaRPr/>
          </a:p>
        </p:txBody>
      </p:sp>
      <p:sp>
        <p:nvSpPr>
          <p:cNvPr id="48" name="Google Shape;48;p10"/>
          <p:cNvSpPr txBox="1">
            <a:spLocks noGrp="1"/>
          </p:cNvSpPr>
          <p:nvPr>
            <p:ph type="sldNum" idx="12"/>
          </p:nvPr>
        </p:nvSpPr>
        <p:spPr>
          <a:xfrm>
            <a:off x="8490250" y="4681009"/>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9"/>
        <p:cNvGrpSpPr/>
        <p:nvPr/>
      </p:nvGrpSpPr>
      <p:grpSpPr>
        <a:xfrm>
          <a:off x="0" y="0"/>
          <a:ext cx="0" cy="0"/>
          <a:chOff x="0" y="0"/>
          <a:chExt cx="0" cy="0"/>
        </a:xfrm>
      </p:grpSpPr>
      <p:sp>
        <p:nvSpPr>
          <p:cNvPr id="50" name="Google Shape;50;p11"/>
          <p:cNvSpPr txBox="1">
            <a:spLocks noGrp="1"/>
          </p:cNvSpPr>
          <p:nvPr>
            <p:ph type="title" hasCustomPrompt="1"/>
          </p:nvPr>
        </p:nvSpPr>
        <p:spPr>
          <a:xfrm>
            <a:off x="311700" y="1255275"/>
            <a:ext cx="8520600" cy="1890600"/>
          </a:xfrm>
          <a:prstGeom prst="rect">
            <a:avLst/>
          </a:prstGeom>
        </p:spPr>
        <p:txBody>
          <a:bodyPr spcFirstLastPara="1" wrap="square" lIns="91425" tIns="91425" rIns="91425" bIns="91425" anchor="b" anchorCtr="0">
            <a:normAutofit/>
          </a:bodyPr>
          <a:lstStyle>
            <a:lvl1pPr lvl="0" algn="ctr" rtl="0">
              <a:spcBef>
                <a:spcPts val="0"/>
              </a:spcBef>
              <a:spcAft>
                <a:spcPts val="0"/>
              </a:spcAft>
              <a:buSzPts val="12000"/>
              <a:buNone/>
              <a:defRPr sz="12000"/>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sp>
        <p:nvSpPr>
          <p:cNvPr id="51" name="Google Shape;51;p11"/>
          <p:cNvSpPr txBox="1">
            <a:spLocks noGrp="1"/>
          </p:cNvSpPr>
          <p:nvPr>
            <p:ph type="body" idx="1"/>
          </p:nvPr>
        </p:nvSpPr>
        <p:spPr>
          <a:xfrm>
            <a:off x="311700" y="3228425"/>
            <a:ext cx="8520600" cy="1300800"/>
          </a:xfrm>
          <a:prstGeom prst="rect">
            <a:avLst/>
          </a:prstGeom>
        </p:spPr>
        <p:txBody>
          <a:bodyPr spcFirstLastPara="1" wrap="square" lIns="91425" tIns="91425" rIns="91425" bIns="91425" anchor="t" anchorCtr="0">
            <a:normAutofit/>
          </a:bodyPr>
          <a:lstStyle>
            <a:lvl1pPr marL="457200" lvl="0" indent="-342900" algn="ctr" rtl="0">
              <a:spcBef>
                <a:spcPts val="0"/>
              </a:spcBef>
              <a:spcAft>
                <a:spcPts val="0"/>
              </a:spcAft>
              <a:buSzPts val="1800"/>
              <a:buChar char="●"/>
              <a:defRPr/>
            </a:lvl1pPr>
            <a:lvl2pPr marL="914400" lvl="1" indent="-317500" algn="ctr" rtl="0">
              <a:spcBef>
                <a:spcPts val="0"/>
              </a:spcBef>
              <a:spcAft>
                <a:spcPts val="0"/>
              </a:spcAft>
              <a:buSzPts val="1400"/>
              <a:buChar char="○"/>
              <a:defRPr/>
            </a:lvl2pPr>
            <a:lvl3pPr marL="1371600" lvl="2" indent="-317500" algn="ctr" rtl="0">
              <a:spcBef>
                <a:spcPts val="0"/>
              </a:spcBef>
              <a:spcAft>
                <a:spcPts val="0"/>
              </a:spcAft>
              <a:buSzPts val="1400"/>
              <a:buChar char="■"/>
              <a:defRPr/>
            </a:lvl3pPr>
            <a:lvl4pPr marL="1828800" lvl="3" indent="-317500" algn="ctr" rtl="0">
              <a:spcBef>
                <a:spcPts val="0"/>
              </a:spcBef>
              <a:spcAft>
                <a:spcPts val="0"/>
              </a:spcAft>
              <a:buSzPts val="1400"/>
              <a:buChar char="●"/>
              <a:defRPr/>
            </a:lvl4pPr>
            <a:lvl5pPr marL="2286000" lvl="4" indent="-317500" algn="ctr" rtl="0">
              <a:spcBef>
                <a:spcPts val="0"/>
              </a:spcBef>
              <a:spcAft>
                <a:spcPts val="0"/>
              </a:spcAft>
              <a:buSzPts val="1400"/>
              <a:buChar char="○"/>
              <a:defRPr/>
            </a:lvl5pPr>
            <a:lvl6pPr marL="2743200" lvl="5" indent="-317500" algn="ctr" rtl="0">
              <a:spcBef>
                <a:spcPts val="0"/>
              </a:spcBef>
              <a:spcAft>
                <a:spcPts val="0"/>
              </a:spcAft>
              <a:buSzPts val="1400"/>
              <a:buChar char="■"/>
              <a:defRPr/>
            </a:lvl6pPr>
            <a:lvl7pPr marL="3200400" lvl="6" indent="-317500" algn="ctr" rtl="0">
              <a:spcBef>
                <a:spcPts val="0"/>
              </a:spcBef>
              <a:spcAft>
                <a:spcPts val="0"/>
              </a:spcAft>
              <a:buSzPts val="1400"/>
              <a:buChar char="●"/>
              <a:defRPr/>
            </a:lvl7pPr>
            <a:lvl8pPr marL="3657600" lvl="7" indent="-317500" algn="ctr" rtl="0">
              <a:spcBef>
                <a:spcPts val="0"/>
              </a:spcBef>
              <a:spcAft>
                <a:spcPts val="0"/>
              </a:spcAft>
              <a:buSzPts val="1400"/>
              <a:buChar char="○"/>
              <a:defRPr/>
            </a:lvl8pPr>
            <a:lvl9pPr marL="4114800" lvl="8" indent="-317500" algn="ctr" rtl="0">
              <a:spcBef>
                <a:spcPts val="0"/>
              </a:spcBef>
              <a:spcAft>
                <a:spcPts val="0"/>
              </a:spcAft>
              <a:buSzPts val="1400"/>
              <a:buChar char="■"/>
              <a:defRPr/>
            </a:lvl9pPr>
          </a:lstStyle>
          <a:p>
            <a:endParaRPr/>
          </a:p>
        </p:txBody>
      </p:sp>
      <p:sp>
        <p:nvSpPr>
          <p:cNvPr id="52" name="Google Shape;52;p11"/>
          <p:cNvSpPr txBox="1">
            <a:spLocks noGrp="1"/>
          </p:cNvSpPr>
          <p:nvPr>
            <p:ph type="sldNum" idx="12"/>
          </p:nvPr>
        </p:nvSpPr>
        <p:spPr>
          <a:xfrm>
            <a:off x="8490250" y="4681009"/>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12"/>
          <p:cNvSpPr txBox="1">
            <a:spLocks noGrp="1"/>
          </p:cNvSpPr>
          <p:nvPr>
            <p:ph type="sldNum" idx="12"/>
          </p:nvPr>
        </p:nvSpPr>
        <p:spPr>
          <a:xfrm>
            <a:off x="8490250" y="4681009"/>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late">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rtl="0">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1pPr>
            <a:lvl2pPr lvl="1" rtl="0">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2pPr>
            <a:lvl3pPr lvl="2" rtl="0">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3pPr>
            <a:lvl4pPr lvl="3" rtl="0">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4pPr>
            <a:lvl5pPr lvl="4" rtl="0">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5pPr>
            <a:lvl6pPr lvl="5" rtl="0">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6pPr>
            <a:lvl7pPr lvl="6" rtl="0">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7pPr>
            <a:lvl8pPr lvl="7" rtl="0">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8pPr>
            <a:lvl9pPr lvl="8" rtl="0">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rtl="0">
              <a:lnSpc>
                <a:spcPct val="115000"/>
              </a:lnSpc>
              <a:spcBef>
                <a:spcPts val="0"/>
              </a:spcBef>
              <a:spcAft>
                <a:spcPts val="0"/>
              </a:spcAft>
              <a:buClr>
                <a:schemeClr val="accent3"/>
              </a:buClr>
              <a:buSzPts val="1800"/>
              <a:buFont typeface="Average"/>
              <a:buChar char="●"/>
              <a:defRPr sz="1800">
                <a:solidFill>
                  <a:schemeClr val="accent3"/>
                </a:solidFill>
                <a:latin typeface="Average"/>
                <a:ea typeface="Average"/>
                <a:cs typeface="Average"/>
                <a:sym typeface="Average"/>
              </a:defRPr>
            </a:lvl1pPr>
            <a:lvl2pPr marL="914400" lvl="1" indent="-317500" rtl="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2pPr>
            <a:lvl3pPr marL="1371600" lvl="2" indent="-317500" rtl="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3pPr>
            <a:lvl4pPr marL="1828800" lvl="3" indent="-317500" rtl="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4pPr>
            <a:lvl5pPr marL="2286000" lvl="4" indent="-317500" rtl="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5pPr>
            <a:lvl6pPr marL="2743200" lvl="5" indent="-317500" rtl="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6pPr>
            <a:lvl7pPr marL="3200400" lvl="6" indent="-317500" rtl="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7pPr>
            <a:lvl8pPr marL="3657600" lvl="7" indent="-317500" rtl="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8pPr>
            <a:lvl9pPr marL="4114800" lvl="8" indent="-317500" rtl="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9pPr>
          </a:lstStyle>
          <a:p>
            <a:endParaRPr/>
          </a:p>
        </p:txBody>
      </p:sp>
      <p:sp>
        <p:nvSpPr>
          <p:cNvPr id="8" name="Google Shape;8;p1"/>
          <p:cNvSpPr txBox="1">
            <a:spLocks noGrp="1"/>
          </p:cNvSpPr>
          <p:nvPr>
            <p:ph type="sldNum" idx="12"/>
          </p:nvPr>
        </p:nvSpPr>
        <p:spPr>
          <a:xfrm>
            <a:off x="8490250" y="4681009"/>
            <a:ext cx="548700" cy="393600"/>
          </a:xfrm>
          <a:prstGeom prst="rect">
            <a:avLst/>
          </a:prstGeom>
          <a:noFill/>
          <a:ln>
            <a:noFill/>
          </a:ln>
        </p:spPr>
        <p:txBody>
          <a:bodyPr spcFirstLastPara="1" wrap="square" lIns="91425" tIns="91425" rIns="91425" bIns="91425" anchor="ctr" anchorCtr="0">
            <a:normAutofit/>
          </a:bodyPr>
          <a:lstStyle>
            <a:lvl1pPr lvl="0" algn="r" rtl="0">
              <a:buNone/>
              <a:defRPr sz="1000">
                <a:solidFill>
                  <a:schemeClr val="accent3"/>
                </a:solidFill>
                <a:latin typeface="Average"/>
                <a:ea typeface="Average"/>
                <a:cs typeface="Average"/>
                <a:sym typeface="Average"/>
              </a:defRPr>
            </a:lvl1pPr>
            <a:lvl2pPr lvl="1" algn="r" rtl="0">
              <a:buNone/>
              <a:defRPr sz="1000">
                <a:solidFill>
                  <a:schemeClr val="accent3"/>
                </a:solidFill>
                <a:latin typeface="Average"/>
                <a:ea typeface="Average"/>
                <a:cs typeface="Average"/>
                <a:sym typeface="Average"/>
              </a:defRPr>
            </a:lvl2pPr>
            <a:lvl3pPr lvl="2" algn="r" rtl="0">
              <a:buNone/>
              <a:defRPr sz="1000">
                <a:solidFill>
                  <a:schemeClr val="accent3"/>
                </a:solidFill>
                <a:latin typeface="Average"/>
                <a:ea typeface="Average"/>
                <a:cs typeface="Average"/>
                <a:sym typeface="Average"/>
              </a:defRPr>
            </a:lvl3pPr>
            <a:lvl4pPr lvl="3" algn="r" rtl="0">
              <a:buNone/>
              <a:defRPr sz="1000">
                <a:solidFill>
                  <a:schemeClr val="accent3"/>
                </a:solidFill>
                <a:latin typeface="Average"/>
                <a:ea typeface="Average"/>
                <a:cs typeface="Average"/>
                <a:sym typeface="Average"/>
              </a:defRPr>
            </a:lvl4pPr>
            <a:lvl5pPr lvl="4" algn="r" rtl="0">
              <a:buNone/>
              <a:defRPr sz="1000">
                <a:solidFill>
                  <a:schemeClr val="accent3"/>
                </a:solidFill>
                <a:latin typeface="Average"/>
                <a:ea typeface="Average"/>
                <a:cs typeface="Average"/>
                <a:sym typeface="Average"/>
              </a:defRPr>
            </a:lvl5pPr>
            <a:lvl6pPr lvl="5" algn="r" rtl="0">
              <a:buNone/>
              <a:defRPr sz="1000">
                <a:solidFill>
                  <a:schemeClr val="accent3"/>
                </a:solidFill>
                <a:latin typeface="Average"/>
                <a:ea typeface="Average"/>
                <a:cs typeface="Average"/>
                <a:sym typeface="Average"/>
              </a:defRPr>
            </a:lvl6pPr>
            <a:lvl7pPr lvl="6" algn="r" rtl="0">
              <a:buNone/>
              <a:defRPr sz="1000">
                <a:solidFill>
                  <a:schemeClr val="accent3"/>
                </a:solidFill>
                <a:latin typeface="Average"/>
                <a:ea typeface="Average"/>
                <a:cs typeface="Average"/>
                <a:sym typeface="Average"/>
              </a:defRPr>
            </a:lvl7pPr>
            <a:lvl8pPr lvl="7" algn="r" rtl="0">
              <a:buNone/>
              <a:defRPr sz="1000">
                <a:solidFill>
                  <a:schemeClr val="accent3"/>
                </a:solidFill>
                <a:latin typeface="Average"/>
                <a:ea typeface="Average"/>
                <a:cs typeface="Average"/>
                <a:sym typeface="Average"/>
              </a:defRPr>
            </a:lvl8pPr>
            <a:lvl9pPr lvl="8" algn="r" rtl="0">
              <a:buNone/>
              <a:defRPr sz="1000">
                <a:solidFill>
                  <a:schemeClr val="accent3"/>
                </a:solidFill>
                <a:latin typeface="Average"/>
                <a:ea typeface="Average"/>
                <a:cs typeface="Average"/>
                <a:sym typeface="Average"/>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5.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8"/>
        <p:cNvGrpSpPr/>
        <p:nvPr/>
      </p:nvGrpSpPr>
      <p:grpSpPr>
        <a:xfrm>
          <a:off x="0" y="0"/>
          <a:ext cx="0" cy="0"/>
          <a:chOff x="0" y="0"/>
          <a:chExt cx="0" cy="0"/>
        </a:xfrm>
      </p:grpSpPr>
      <p:sp>
        <p:nvSpPr>
          <p:cNvPr id="59" name="Google Shape;59;p13"/>
          <p:cNvSpPr txBox="1">
            <a:spLocks noGrp="1"/>
          </p:cNvSpPr>
          <p:nvPr>
            <p:ph type="ctrTitle"/>
          </p:nvPr>
        </p:nvSpPr>
        <p:spPr>
          <a:xfrm>
            <a:off x="804275" y="824025"/>
            <a:ext cx="7231800" cy="18729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r>
              <a:rPr lang="en" dirty="0"/>
              <a:t>Supply Chain Analysis 0n Target Retail Corp.</a:t>
            </a:r>
            <a:endParaRPr dirty="0"/>
          </a:p>
        </p:txBody>
      </p:sp>
      <p:sp>
        <p:nvSpPr>
          <p:cNvPr id="60" name="Google Shape;60;p13"/>
          <p:cNvSpPr txBox="1">
            <a:spLocks noGrp="1"/>
          </p:cNvSpPr>
          <p:nvPr>
            <p:ph type="subTitle" idx="1"/>
          </p:nvPr>
        </p:nvSpPr>
        <p:spPr>
          <a:xfrm>
            <a:off x="6347147" y="3468927"/>
            <a:ext cx="2582100" cy="1073400"/>
          </a:xfrm>
          <a:prstGeom prst="rect">
            <a:avLst/>
          </a:prstGeom>
          <a:ln w="9525" cap="flat" cmpd="sng">
            <a:solidFill>
              <a:srgbClr val="FFFFFF"/>
            </a:solidFill>
            <a:prstDash val="solid"/>
            <a:round/>
            <a:headEnd type="none" w="sm" len="sm"/>
            <a:tailEnd type="none" w="sm" len="sm"/>
          </a:ln>
        </p:spPr>
        <p:txBody>
          <a:bodyPr spcFirstLastPara="1" wrap="square" lIns="91425" tIns="91425" rIns="91425" bIns="91425" anchor="t" anchorCtr="0">
            <a:normAutofit fontScale="77500" lnSpcReduction="20000"/>
          </a:bodyPr>
          <a:lstStyle/>
          <a:p>
            <a:pPr marL="0" lvl="0" indent="0" algn="ctr" rtl="0">
              <a:spcBef>
                <a:spcPts val="0"/>
              </a:spcBef>
              <a:spcAft>
                <a:spcPts val="0"/>
              </a:spcAft>
              <a:buNone/>
            </a:pPr>
            <a:r>
              <a:rPr lang="en" b="1" dirty="0"/>
              <a:t>Presentation by:</a:t>
            </a:r>
            <a:endParaRPr b="1" dirty="0"/>
          </a:p>
          <a:p>
            <a:pPr marL="0" lvl="0" indent="0" algn="ctr" rtl="0">
              <a:spcBef>
                <a:spcPts val="0"/>
              </a:spcBef>
              <a:spcAft>
                <a:spcPts val="0"/>
              </a:spcAft>
              <a:buNone/>
            </a:pPr>
            <a:r>
              <a:rPr lang="en" b="1" dirty="0"/>
              <a:t>Chintakuntla Bharat Kumar</a:t>
            </a:r>
            <a:endParaRPr b="1" dirty="0"/>
          </a:p>
          <a:p>
            <a:pPr marL="0" lvl="0" indent="0" algn="ctr" rtl="0">
              <a:spcBef>
                <a:spcPts val="0"/>
              </a:spcBef>
              <a:spcAft>
                <a:spcPts val="0"/>
              </a:spcAft>
              <a:buNone/>
            </a:pPr>
            <a:r>
              <a:rPr lang="en" b="1" dirty="0"/>
              <a:t>Shweta Prasad</a:t>
            </a:r>
            <a:endParaRPr b="1" dirty="0"/>
          </a:p>
          <a:p>
            <a:pPr marL="0" lvl="0" indent="0" algn="ctr" rtl="0">
              <a:spcBef>
                <a:spcPts val="0"/>
              </a:spcBef>
              <a:spcAft>
                <a:spcPts val="0"/>
              </a:spcAft>
              <a:buNone/>
            </a:pPr>
            <a:r>
              <a:rPr lang="en" b="1" dirty="0"/>
              <a:t>Keerthi Chatti</a:t>
            </a:r>
            <a:endParaRPr b="1"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5" name="Google Shape;65;p1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Introduction</a:t>
            </a:r>
            <a:endParaRPr/>
          </a:p>
        </p:txBody>
      </p:sp>
      <p:sp>
        <p:nvSpPr>
          <p:cNvPr id="66" name="Google Shape;66;p1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lnSpc>
                <a:spcPct val="150000"/>
              </a:lnSpc>
              <a:spcBef>
                <a:spcPts val="0"/>
              </a:spcBef>
              <a:spcAft>
                <a:spcPts val="1200"/>
              </a:spcAft>
              <a:buNone/>
            </a:pPr>
            <a:r>
              <a:rPr lang="en" sz="1400" dirty="0"/>
              <a:t>Target competes in the retail industry alongside major players like Walgreens,Walmart &amp; CVS offering a diverse range of products and services to cater to customers everyday needs. The analysis approach that we used comparing Target with its competitors is cash conversion cycle(CCC) which is an essential tool for making decisions and optimizing the operations because it reflects the business’s operating cycle which is a time metric that expresses the time it takes for the company to sell its inventory and collect receivables to payoff the firm’s payables. CCC is calculated using three ratios which are DIO,DSO,DPO. By calculating these 3 ratios collectively within the CCC framework, business gain a comprehensive understanding of their cash conversion cycle. A shorter CCC signifies that a company is swiftly converting its investments into cash, which can then be reinvested or unitlized for various operational needs.</a:t>
            </a:r>
            <a:endParaRPr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71" name="Google Shape;71;p15"/>
          <p:cNvSpPr txBox="1">
            <a:spLocks noGrp="1"/>
          </p:cNvSpPr>
          <p:nvPr>
            <p:ph type="title"/>
          </p:nvPr>
        </p:nvSpPr>
        <p:spPr>
          <a:xfrm>
            <a:off x="311700" y="2106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Comparative Analysis </a:t>
            </a:r>
            <a:endParaRPr/>
          </a:p>
        </p:txBody>
      </p:sp>
      <p:pic>
        <p:nvPicPr>
          <p:cNvPr id="72" name="Google Shape;72;p15"/>
          <p:cNvPicPr preferRelativeResize="0"/>
          <p:nvPr/>
        </p:nvPicPr>
        <p:blipFill>
          <a:blip r:embed="rId3">
            <a:alphaModFix/>
          </a:blip>
          <a:stretch>
            <a:fillRect/>
          </a:stretch>
        </p:blipFill>
        <p:spPr>
          <a:xfrm>
            <a:off x="839875" y="1812125"/>
            <a:ext cx="3607525" cy="1705575"/>
          </a:xfrm>
          <a:prstGeom prst="rect">
            <a:avLst/>
          </a:prstGeom>
          <a:noFill/>
          <a:ln>
            <a:noFill/>
          </a:ln>
        </p:spPr>
      </p:pic>
      <p:pic>
        <p:nvPicPr>
          <p:cNvPr id="73" name="Google Shape;73;p15"/>
          <p:cNvPicPr preferRelativeResize="0"/>
          <p:nvPr/>
        </p:nvPicPr>
        <p:blipFill>
          <a:blip r:embed="rId4">
            <a:alphaModFix/>
          </a:blip>
          <a:stretch>
            <a:fillRect/>
          </a:stretch>
        </p:blipFill>
        <p:spPr>
          <a:xfrm>
            <a:off x="5063125" y="783350"/>
            <a:ext cx="3073174" cy="1311725"/>
          </a:xfrm>
          <a:prstGeom prst="rect">
            <a:avLst/>
          </a:prstGeom>
          <a:noFill/>
          <a:ln>
            <a:noFill/>
          </a:ln>
        </p:spPr>
      </p:pic>
      <p:pic>
        <p:nvPicPr>
          <p:cNvPr id="74" name="Google Shape;74;p15"/>
          <p:cNvPicPr preferRelativeResize="0"/>
          <p:nvPr/>
        </p:nvPicPr>
        <p:blipFill>
          <a:blip r:embed="rId5">
            <a:alphaModFix/>
          </a:blip>
          <a:stretch>
            <a:fillRect/>
          </a:stretch>
        </p:blipFill>
        <p:spPr>
          <a:xfrm>
            <a:off x="5063125" y="2259537"/>
            <a:ext cx="3073176" cy="1258150"/>
          </a:xfrm>
          <a:prstGeom prst="rect">
            <a:avLst/>
          </a:prstGeom>
          <a:noFill/>
          <a:ln>
            <a:noFill/>
          </a:ln>
        </p:spPr>
      </p:pic>
      <p:pic>
        <p:nvPicPr>
          <p:cNvPr id="75" name="Google Shape;75;p15"/>
          <p:cNvPicPr preferRelativeResize="0"/>
          <p:nvPr/>
        </p:nvPicPr>
        <p:blipFill>
          <a:blip r:embed="rId6">
            <a:alphaModFix/>
          </a:blip>
          <a:stretch>
            <a:fillRect/>
          </a:stretch>
        </p:blipFill>
        <p:spPr>
          <a:xfrm>
            <a:off x="5063125" y="3682150"/>
            <a:ext cx="3073175" cy="1258150"/>
          </a:xfrm>
          <a:prstGeom prst="rect">
            <a:avLst/>
          </a:prstGeom>
          <a:noFill/>
          <a:ln>
            <a:noFill/>
          </a:ln>
        </p:spPr>
      </p:pic>
      <p:sp>
        <p:nvSpPr>
          <p:cNvPr id="3" name="TextBox 2">
            <a:extLst>
              <a:ext uri="{FF2B5EF4-FFF2-40B4-BE49-F238E27FC236}">
                <a16:creationId xmlns:a16="http://schemas.microsoft.com/office/drawing/2014/main" id="{1F045645-E860-4A4C-68C1-BDE756E993E9}"/>
              </a:ext>
            </a:extLst>
          </p:cNvPr>
          <p:cNvSpPr txBox="1"/>
          <p:nvPr/>
        </p:nvSpPr>
        <p:spPr>
          <a:xfrm>
            <a:off x="839875" y="3682150"/>
            <a:ext cx="3397405" cy="577081"/>
          </a:xfrm>
          <a:prstGeom prst="rect">
            <a:avLst/>
          </a:prstGeom>
          <a:noFill/>
        </p:spPr>
        <p:txBody>
          <a:bodyPr wrap="square" rtlCol="0">
            <a:spAutoFit/>
          </a:bodyPr>
          <a:lstStyle/>
          <a:p>
            <a:r>
              <a:rPr dirty="0"/>
              <a:t>Reference for financial data: SEC EDGAR 10‑K filings / annual reports (Target, Walmart, CVS, Walgreens).</a:t>
            </a:r>
          </a:p>
          <a:p>
            <a:r>
              <a:rPr dirty="0"/>
              <a:t>Use official filings to compute DIO/DSO/DPO and CCC (avoid paywalled sources).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pic>
        <p:nvPicPr>
          <p:cNvPr id="86" name="Google Shape;86;p17"/>
          <p:cNvPicPr preferRelativeResize="0"/>
          <p:nvPr/>
        </p:nvPicPr>
        <p:blipFill>
          <a:blip r:embed="rId3">
            <a:alphaModFix/>
          </a:blip>
          <a:stretch>
            <a:fillRect/>
          </a:stretch>
        </p:blipFill>
        <p:spPr>
          <a:xfrm>
            <a:off x="715000" y="152400"/>
            <a:ext cx="7798541" cy="4838699"/>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9"/>
        <p:cNvGrpSpPr/>
        <p:nvPr/>
      </p:nvGrpSpPr>
      <p:grpSpPr>
        <a:xfrm>
          <a:off x="0" y="0"/>
          <a:ext cx="0" cy="0"/>
          <a:chOff x="0" y="0"/>
          <a:chExt cx="0" cy="0"/>
        </a:xfrm>
      </p:grpSpPr>
      <p:sp>
        <p:nvSpPr>
          <p:cNvPr id="80" name="Google Shape;80;p16"/>
          <p:cNvSpPr txBox="1">
            <a:spLocks noGrp="1"/>
          </p:cNvSpPr>
          <p:nvPr>
            <p:ph type="title"/>
          </p:nvPr>
        </p:nvSpPr>
        <p:spPr>
          <a:xfrm>
            <a:off x="1303800" y="250300"/>
            <a:ext cx="7030500" cy="589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Cash Conversion Cycle Analysis </a:t>
            </a:r>
            <a:endParaRPr/>
          </a:p>
        </p:txBody>
      </p:sp>
      <p:sp>
        <p:nvSpPr>
          <p:cNvPr id="81" name="Google Shape;81;p16"/>
          <p:cNvSpPr txBox="1">
            <a:spLocks noGrp="1"/>
          </p:cNvSpPr>
          <p:nvPr>
            <p:ph type="body" idx="1"/>
          </p:nvPr>
        </p:nvSpPr>
        <p:spPr>
          <a:xfrm>
            <a:off x="1303800" y="982250"/>
            <a:ext cx="7030500" cy="3790500"/>
          </a:xfrm>
          <a:prstGeom prst="rect">
            <a:avLst/>
          </a:prstGeom>
        </p:spPr>
        <p:txBody>
          <a:bodyPr spcFirstLastPara="1" wrap="square" lIns="91425" tIns="91425" rIns="91425" bIns="91425" anchor="t" anchorCtr="0">
            <a:normAutofit fontScale="77500" lnSpcReduction="20000"/>
          </a:bodyPr>
          <a:lstStyle/>
          <a:p>
            <a:pPr marL="457200" lvl="0" indent="-317182" algn="l" rtl="0">
              <a:lnSpc>
                <a:spcPct val="150000"/>
              </a:lnSpc>
              <a:spcBef>
                <a:spcPts val="0"/>
              </a:spcBef>
              <a:spcAft>
                <a:spcPts val="0"/>
              </a:spcAft>
              <a:buSzPct val="100000"/>
              <a:buFont typeface="Nunito Medium"/>
              <a:buChar char="●"/>
            </a:pPr>
            <a:r>
              <a:rPr lang="en" dirty="0">
                <a:latin typeface="Nunito Medium"/>
                <a:ea typeface="Nunito Medium"/>
                <a:cs typeface="Nunito Medium"/>
                <a:sym typeface="Nunito Medium"/>
              </a:rPr>
              <a:t>The CCC analysis using the ratios gives us a better understanding of the effectiveness of a firm’s inventory management on year-by-year performance. The nearest CCC value to 0 of any company explains that the company is better at converting the investment in inventory into quick cash.</a:t>
            </a:r>
            <a:endParaRPr dirty="0">
              <a:latin typeface="Nunito Medium"/>
              <a:ea typeface="Nunito Medium"/>
              <a:cs typeface="Nunito Medium"/>
              <a:sym typeface="Nunito Medium"/>
            </a:endParaRPr>
          </a:p>
          <a:p>
            <a:pPr marL="457200" lvl="0" indent="-317182" algn="l" rtl="0">
              <a:lnSpc>
                <a:spcPct val="150000"/>
              </a:lnSpc>
              <a:spcBef>
                <a:spcPts val="0"/>
              </a:spcBef>
              <a:spcAft>
                <a:spcPts val="0"/>
              </a:spcAft>
              <a:buSzPct val="100000"/>
              <a:buFont typeface="Nunito Medium"/>
              <a:buChar char="●"/>
            </a:pPr>
            <a:r>
              <a:rPr lang="en" dirty="0">
                <a:latin typeface="Nunito Medium"/>
                <a:ea typeface="Nunito Medium"/>
                <a:cs typeface="Nunito Medium"/>
                <a:sym typeface="Nunito Medium"/>
              </a:rPr>
              <a:t>It appears that Target generally has Higher DIO and lower DSO compared to CVS, Walmart, and Walgreens. </a:t>
            </a:r>
            <a:endParaRPr dirty="0">
              <a:latin typeface="Nunito Medium"/>
              <a:ea typeface="Nunito Medium"/>
              <a:cs typeface="Nunito Medium"/>
              <a:sym typeface="Nunito Medium"/>
            </a:endParaRPr>
          </a:p>
          <a:p>
            <a:pPr marL="457200" lvl="0" indent="-317182" algn="l" rtl="0">
              <a:lnSpc>
                <a:spcPct val="150000"/>
              </a:lnSpc>
              <a:spcBef>
                <a:spcPts val="0"/>
              </a:spcBef>
              <a:spcAft>
                <a:spcPts val="0"/>
              </a:spcAft>
              <a:buSzPct val="100000"/>
              <a:buChar char="●"/>
            </a:pPr>
            <a:r>
              <a:rPr lang="en" dirty="0"/>
              <a:t>Walmart has the better CCC from 2019 to 2022 which means Walmart is efficiently converting its inventory and receivables into cash compared to Target, CVS &amp; Walgreens.</a:t>
            </a:r>
            <a:endParaRPr dirty="0"/>
          </a:p>
          <a:p>
            <a:pPr marL="457200" lvl="0" indent="-317182" algn="l" rtl="0">
              <a:lnSpc>
                <a:spcPct val="150000"/>
              </a:lnSpc>
              <a:spcBef>
                <a:spcPts val="0"/>
              </a:spcBef>
              <a:spcAft>
                <a:spcPts val="0"/>
              </a:spcAft>
              <a:buSzPct val="100000"/>
              <a:buChar char="●"/>
            </a:pPr>
            <a:r>
              <a:rPr lang="en" dirty="0"/>
              <a:t>CVS has the higher CCC comparatively which means the CVS would take longer to convert its inventory and receivables into cash. This indicates the potential inefficiencies in inventory management or slower account receivables.  </a:t>
            </a:r>
            <a:endParaRPr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1" name="Google Shape;91;p18"/>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fontScale="90000"/>
          </a:bodyPr>
          <a:lstStyle/>
          <a:p>
            <a:pPr marL="0" lvl="0" indent="0" algn="l" rtl="0">
              <a:spcBef>
                <a:spcPts val="0"/>
              </a:spcBef>
              <a:spcAft>
                <a:spcPts val="0"/>
              </a:spcAft>
              <a:buNone/>
            </a:pPr>
            <a:r>
              <a:rPr lang="en"/>
              <a:t>Demand Forecasting Sales</a:t>
            </a:r>
            <a:endParaRPr/>
          </a:p>
        </p:txBody>
      </p:sp>
      <p:sp>
        <p:nvSpPr>
          <p:cNvPr id="92" name="Google Shape;92;p18"/>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en"/>
              <a:t>The model here shows the sales data using the method called SARIMAX. It predicts future sales based on past sales patterns. The plot shows the actual sales data and the model’s prediction. This helps business understand their sales trends and make better decisions about inventory and planning. It shows that there was a higher sales in the year 2021 in the month of may comparatively.  </a:t>
            </a:r>
            <a:endParaRPr/>
          </a:p>
        </p:txBody>
      </p:sp>
      <p:pic>
        <p:nvPicPr>
          <p:cNvPr id="93" name="Google Shape;93;p18"/>
          <p:cNvPicPr preferRelativeResize="0"/>
          <p:nvPr/>
        </p:nvPicPr>
        <p:blipFill>
          <a:blip r:embed="rId3">
            <a:alphaModFix/>
          </a:blip>
          <a:stretch>
            <a:fillRect/>
          </a:stretch>
        </p:blipFill>
        <p:spPr>
          <a:xfrm>
            <a:off x="3375025" y="565050"/>
            <a:ext cx="5542277" cy="4013399"/>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1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Demand Forecasting Sales for next 12 weeks.</a:t>
            </a:r>
            <a:endParaRPr/>
          </a:p>
        </p:txBody>
      </p:sp>
      <p:pic>
        <p:nvPicPr>
          <p:cNvPr id="99" name="Google Shape;99;p19"/>
          <p:cNvPicPr preferRelativeResize="0"/>
          <p:nvPr/>
        </p:nvPicPr>
        <p:blipFill>
          <a:blip r:embed="rId3">
            <a:alphaModFix/>
          </a:blip>
          <a:stretch>
            <a:fillRect/>
          </a:stretch>
        </p:blipFill>
        <p:spPr>
          <a:xfrm>
            <a:off x="508988" y="1120775"/>
            <a:ext cx="8126024" cy="3820977"/>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20"/>
          <p:cNvSpPr txBox="1">
            <a:spLocks noGrp="1"/>
          </p:cNvSpPr>
          <p:nvPr>
            <p:ph type="title"/>
          </p:nvPr>
        </p:nvSpPr>
        <p:spPr>
          <a:xfrm>
            <a:off x="1303800" y="116350"/>
            <a:ext cx="7030500" cy="812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dirty="0"/>
              <a:t>Reverse Factoring Analysis </a:t>
            </a:r>
            <a:endParaRPr dirty="0"/>
          </a:p>
        </p:txBody>
      </p:sp>
      <p:sp>
        <p:nvSpPr>
          <p:cNvPr id="105" name="Google Shape;105;p20"/>
          <p:cNvSpPr txBox="1">
            <a:spLocks noGrp="1"/>
          </p:cNvSpPr>
          <p:nvPr>
            <p:ph type="body" idx="1"/>
          </p:nvPr>
        </p:nvSpPr>
        <p:spPr>
          <a:xfrm>
            <a:off x="1303800" y="839400"/>
            <a:ext cx="3571800" cy="3982500"/>
          </a:xfrm>
          <a:prstGeom prst="rect">
            <a:avLst/>
          </a:prstGeom>
        </p:spPr>
        <p:txBody>
          <a:bodyPr spcFirstLastPara="1" wrap="square" lIns="91425" tIns="91425" rIns="91425" bIns="91425" anchor="t" anchorCtr="0">
            <a:normAutofit lnSpcReduction="10000"/>
          </a:bodyPr>
          <a:lstStyle/>
          <a:p>
            <a:pPr marL="0" lvl="0" indent="0" algn="l" rtl="0">
              <a:spcBef>
                <a:spcPts val="0"/>
              </a:spcBef>
              <a:spcAft>
                <a:spcPts val="1200"/>
              </a:spcAft>
              <a:buNone/>
            </a:pPr>
            <a:r>
              <a:rPr lang="en" sz="1500" dirty="0"/>
              <a:t>Implementing Reverse Factoring Analysis could potentially help target even with a lower average cost of debt. Reverse factoring primarily aims to optimize cash flow, working capital management, and by extending payment terms with suppliers through reverse factoring, Target can improve its cash flow position which could offset the cost of debt and enhance overall financial performance. Overall target low cost of debt provides a favorable backdrop for entering into a reverse factoring program to maintain its competitive edge in the market.</a:t>
            </a:r>
            <a:endParaRPr sz="1500" dirty="0"/>
          </a:p>
        </p:txBody>
      </p:sp>
      <p:pic>
        <p:nvPicPr>
          <p:cNvPr id="106" name="Google Shape;106;p20"/>
          <p:cNvPicPr preferRelativeResize="0"/>
          <p:nvPr/>
        </p:nvPicPr>
        <p:blipFill>
          <a:blip r:embed="rId3">
            <a:alphaModFix/>
          </a:blip>
          <a:stretch>
            <a:fillRect/>
          </a:stretch>
        </p:blipFill>
        <p:spPr>
          <a:xfrm>
            <a:off x="4920250" y="839400"/>
            <a:ext cx="3741551" cy="3937974"/>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D5A87664-00B7-BD53-26A9-5E5F51687A33}"/>
              </a:ext>
            </a:extLst>
          </p:cNvPr>
          <p:cNvSpPr>
            <a:spLocks noGrp="1"/>
          </p:cNvSpPr>
          <p:nvPr>
            <p:ph type="body" idx="1"/>
          </p:nvPr>
        </p:nvSpPr>
        <p:spPr>
          <a:xfrm>
            <a:off x="275063" y="349405"/>
            <a:ext cx="8557237" cy="4219470"/>
          </a:xfrm>
        </p:spPr>
        <p:txBody>
          <a:bodyPr/>
          <a:lstStyle/>
          <a:p>
            <a:r>
              <a:rPr lang="en-IN" dirty="0"/>
              <a:t>    </a:t>
            </a:r>
          </a:p>
          <a:p>
            <a:endParaRPr lang="en-IN" dirty="0"/>
          </a:p>
          <a:p>
            <a:endParaRPr lang="en-IN" dirty="0"/>
          </a:p>
          <a:p>
            <a:endParaRPr lang="en-IN" dirty="0"/>
          </a:p>
          <a:p>
            <a:endParaRPr lang="en-IN" dirty="0"/>
          </a:p>
          <a:p>
            <a:r>
              <a:rPr lang="en-IN" sz="4400" dirty="0"/>
              <a:t>               </a:t>
            </a:r>
            <a:r>
              <a:rPr lang="en-IN" sz="4800" dirty="0"/>
              <a:t>THANK YOU </a:t>
            </a:r>
          </a:p>
        </p:txBody>
      </p:sp>
    </p:spTree>
    <p:extLst>
      <p:ext uri="{BB962C8B-B14F-4D97-AF65-F5344CB8AC3E}">
        <p14:creationId xmlns:p14="http://schemas.microsoft.com/office/powerpoint/2010/main" val="2433363313"/>
      </p:ext>
    </p:extLst>
  </p:cSld>
  <p:clrMapOvr>
    <a:masterClrMapping/>
  </p:clrMapOvr>
</p:sld>
</file>

<file path=ppt/theme/theme1.xml><?xml version="1.0" encoding="utf-8"?>
<a:theme xmlns:a="http://schemas.openxmlformats.org/drawingml/2006/main" name="Slate">
  <a:themeElements>
    <a:clrScheme name="Slate">
      <a:dk1>
        <a:srgbClr val="FFFFFF"/>
      </a:dk1>
      <a:lt1>
        <a:srgbClr val="37474F"/>
      </a:lt1>
      <a:dk2>
        <a:srgbClr val="9E9E9E"/>
      </a:dk2>
      <a:lt2>
        <a:srgbClr val="E0E0E0"/>
      </a:lt2>
      <a:accent1>
        <a:srgbClr val="616161"/>
      </a:accent1>
      <a:accent2>
        <a:srgbClr val="78909C"/>
      </a:accent2>
      <a:accent3>
        <a:srgbClr val="CACACA"/>
      </a:accent3>
      <a:accent4>
        <a:srgbClr val="64FFDA"/>
      </a:accent4>
      <a:accent5>
        <a:srgbClr val="FFD966"/>
      </a:accent5>
      <a:accent6>
        <a:srgbClr val="F5F5F5"/>
      </a:accent6>
      <a:hlink>
        <a:srgbClr val="FFD966"/>
      </a:hlink>
      <a:folHlink>
        <a:srgbClr val="FFD96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1488</TotalTime>
  <Words>529</Words>
  <Application>Microsoft Office PowerPoint</Application>
  <PresentationFormat>On-screen Show (16:9)</PresentationFormat>
  <Paragraphs>26</Paragraphs>
  <Slides>9</Slides>
  <Notes>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Arial</vt:lpstr>
      <vt:lpstr>Oswald</vt:lpstr>
      <vt:lpstr>Average</vt:lpstr>
      <vt:lpstr>Nunito Medium</vt:lpstr>
      <vt:lpstr>Slate</vt:lpstr>
      <vt:lpstr>Supply Chain Analysis 0n Target Retail Corp.</vt:lpstr>
      <vt:lpstr>Introduction</vt:lpstr>
      <vt:lpstr>Comparative Analysis </vt:lpstr>
      <vt:lpstr>PowerPoint Presentation</vt:lpstr>
      <vt:lpstr>Cash Conversion Cycle Analysis </vt:lpstr>
      <vt:lpstr>Demand Forecasting Sales</vt:lpstr>
      <vt:lpstr>Demand Forecasting Sales for next 12 weeks.</vt:lpstr>
      <vt:lpstr>Reverse Factoring Analysis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Supply Chain Analysis 0n Target Retail Crop</dc:title>
  <cp:lastModifiedBy>Prasad, Shweta</cp:lastModifiedBy>
  <cp:revision>6</cp:revision>
  <dcterms:modified xsi:type="dcterms:W3CDTF">2026-02-25T20:23:03Z</dcterms:modified>
</cp:coreProperties>
</file>